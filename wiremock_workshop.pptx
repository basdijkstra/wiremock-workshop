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79.xml" ContentType="application/vnd.openxmlformats-officedocument.presentationml.slide+xml"/>
  <Override PartName="/ppt/slides/slide80.xml" ContentType="application/vnd.openxmlformats-officedocument.presentationml.slide+xml"/>
  <Override PartName="/ppt/slides/slide81.xml" ContentType="application/vnd.openxmlformats-officedocument.presentationml.slide+xml"/>
  <Override PartName="/ppt/slides/slide82.xml" ContentType="application/vnd.openxmlformats-officedocument.presentationml.slide+xml"/>
  <Override PartName="/ppt/slides/slide83.xml" ContentType="application/vnd.openxmlformats-officedocument.presentationml.slide+xml"/>
  <Override PartName="/ppt/slides/slide84.xml" ContentType="application/vnd.openxmlformats-officedocument.presentationml.slide+xml"/>
  <Override PartName="/ppt/slides/slide85.xml" ContentType="application/vnd.openxmlformats-officedocument.presentationml.slide+xml"/>
  <Override PartName="/ppt/slides/slide86.xml" ContentType="application/vnd.openxmlformats-officedocument.presentationml.slide+xml"/>
  <Override PartName="/ppt/slides/slide87.xml" ContentType="application/vnd.openxmlformats-officedocument.presentationml.slide+xml"/>
  <Override PartName="/ppt/slides/slide88.xml" ContentType="application/vnd.openxmlformats-officedocument.presentationml.slide+xml"/>
  <Override PartName="/ppt/slides/slide89.xml" ContentType="application/vnd.openxmlformats-officedocument.presentationml.slide+xml"/>
  <Override PartName="/ppt/slides/slide90.xml" ContentType="application/vnd.openxmlformats-officedocument.presentationml.slide+xml"/>
  <Override PartName="/ppt/slides/slide9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  <p:sldMasterId id="2147483660" r:id="rId2"/>
  </p:sldMasterIdLst>
  <p:notesMasterIdLst>
    <p:notesMasterId r:id="rId94"/>
  </p:notesMasterIdLst>
  <p:sldIdLst>
    <p:sldId id="256" r:id="rId3"/>
    <p:sldId id="295" r:id="rId4"/>
    <p:sldId id="258" r:id="rId5"/>
    <p:sldId id="678" r:id="rId6"/>
    <p:sldId id="262" r:id="rId7"/>
    <p:sldId id="333" r:id="rId8"/>
    <p:sldId id="296" r:id="rId9"/>
    <p:sldId id="335" r:id="rId10"/>
    <p:sldId id="334" r:id="rId11"/>
    <p:sldId id="605" r:id="rId12"/>
    <p:sldId id="1083" r:id="rId13"/>
    <p:sldId id="1084" r:id="rId14"/>
    <p:sldId id="707" r:id="rId15"/>
    <p:sldId id="763" r:id="rId16"/>
    <p:sldId id="300" r:id="rId17"/>
    <p:sldId id="1096" r:id="rId18"/>
    <p:sldId id="301" r:id="rId19"/>
    <p:sldId id="302" r:id="rId20"/>
    <p:sldId id="817" r:id="rId21"/>
    <p:sldId id="816" r:id="rId22"/>
    <p:sldId id="336" r:id="rId23"/>
    <p:sldId id="705" r:id="rId24"/>
    <p:sldId id="753" r:id="rId25"/>
    <p:sldId id="754" r:id="rId26"/>
    <p:sldId id="764" r:id="rId27"/>
    <p:sldId id="755" r:id="rId28"/>
    <p:sldId id="756" r:id="rId29"/>
    <p:sldId id="757" r:id="rId30"/>
    <p:sldId id="818" r:id="rId31"/>
    <p:sldId id="819" r:id="rId32"/>
    <p:sldId id="1087" r:id="rId33"/>
    <p:sldId id="820" r:id="rId34"/>
    <p:sldId id="1042" r:id="rId35"/>
    <p:sldId id="713" r:id="rId36"/>
    <p:sldId id="1043" r:id="rId37"/>
    <p:sldId id="760" r:id="rId38"/>
    <p:sldId id="421" r:id="rId39"/>
    <p:sldId id="821" r:id="rId40"/>
    <p:sldId id="767" r:id="rId41"/>
    <p:sldId id="322" r:id="rId42"/>
    <p:sldId id="716" r:id="rId43"/>
    <p:sldId id="323" r:id="rId44"/>
    <p:sldId id="822" r:id="rId45"/>
    <p:sldId id="1086" r:id="rId46"/>
    <p:sldId id="1044" r:id="rId47"/>
    <p:sldId id="423" r:id="rId48"/>
    <p:sldId id="823" r:id="rId49"/>
    <p:sldId id="762" r:id="rId50"/>
    <p:sldId id="1088" r:id="rId51"/>
    <p:sldId id="424" r:id="rId52"/>
    <p:sldId id="425" r:id="rId53"/>
    <p:sldId id="426" r:id="rId54"/>
    <p:sldId id="824" r:id="rId55"/>
    <p:sldId id="1089" r:id="rId56"/>
    <p:sldId id="1090" r:id="rId57"/>
    <p:sldId id="1091" r:id="rId58"/>
    <p:sldId id="1092" r:id="rId59"/>
    <p:sldId id="1093" r:id="rId60"/>
    <p:sldId id="1097" r:id="rId61"/>
    <p:sldId id="787" r:id="rId62"/>
    <p:sldId id="790" r:id="rId63"/>
    <p:sldId id="1100" r:id="rId64"/>
    <p:sldId id="765" r:id="rId65"/>
    <p:sldId id="1098" r:id="rId66"/>
    <p:sldId id="807" r:id="rId67"/>
    <p:sldId id="1045" r:id="rId68"/>
    <p:sldId id="1046" r:id="rId69"/>
    <p:sldId id="1099" r:id="rId70"/>
    <p:sldId id="825" r:id="rId71"/>
    <p:sldId id="808" r:id="rId72"/>
    <p:sldId id="804" r:id="rId73"/>
    <p:sldId id="792" r:id="rId74"/>
    <p:sldId id="793" r:id="rId75"/>
    <p:sldId id="826" r:id="rId76"/>
    <p:sldId id="1094" r:id="rId77"/>
    <p:sldId id="805" r:id="rId78"/>
    <p:sldId id="795" r:id="rId79"/>
    <p:sldId id="796" r:id="rId80"/>
    <p:sldId id="827" r:id="rId81"/>
    <p:sldId id="786" r:id="rId82"/>
    <p:sldId id="768" r:id="rId83"/>
    <p:sldId id="706" r:id="rId84"/>
    <p:sldId id="711" r:id="rId85"/>
    <p:sldId id="712" r:id="rId86"/>
    <p:sldId id="714" r:id="rId87"/>
    <p:sldId id="715" r:id="rId88"/>
    <p:sldId id="717" r:id="rId89"/>
    <p:sldId id="719" r:id="rId90"/>
    <p:sldId id="720" r:id="rId91"/>
    <p:sldId id="815" r:id="rId92"/>
    <p:sldId id="747" r:id="rId93"/>
  </p:sldIdLst>
  <p:sldSz cx="12192000" cy="6858000"/>
  <p:notesSz cx="6858000" cy="9144000"/>
  <p:defaultTextStyle>
    <a:defPPr>
      <a:defRPr lang="nl-NL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00FF0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">
    <a:wholeTbl>
      <a:tcTxStyle>
        <a:font>
          <a:latin typeface="+mn-lt"/>
          <a:ea typeface="+mn-ea"/>
          <a:cs typeface="+mn-cs"/>
        </a:font>
        <a:srgbClr val="000000"/>
      </a:tcTxStyle>
      <a:tcStyle>
        <a:tcBdr>
          <a:left>
            <a:ln w="12701" cap="flat" cmpd="sng" algn="ctr">
              <a:solidFill>
                <a:srgbClr val="FFFFFF"/>
              </a:solidFill>
              <a:prstDash val="solid"/>
              <a:round/>
              <a:headEnd type="none" w="med" len="med"/>
              <a:tailEnd type="none" w="med" len="med"/>
            </a:ln>
          </a:left>
          <a:right>
            <a:ln w="12701" cap="flat" cmpd="sng" algn="ctr">
              <a:solidFill>
                <a:srgbClr val="FFFFFF"/>
              </a:solidFill>
              <a:prstDash val="solid"/>
              <a:round/>
              <a:headEnd type="none" w="med" len="med"/>
              <a:tailEnd type="none" w="med" len="med"/>
            </a:ln>
          </a:right>
          <a:top>
            <a:ln w="12701" cap="flat" cmpd="sng" algn="ctr">
              <a:solidFill>
                <a:srgbClr val="FFFFFF"/>
              </a:solidFill>
              <a:prstDash val="solid"/>
              <a:round/>
              <a:headEnd type="none" w="med" len="med"/>
              <a:tailEnd type="none" w="med" len="med"/>
            </a:ln>
          </a:top>
          <a:bottom>
            <a:ln w="12701" cap="flat" cmpd="sng" algn="ctr">
              <a:solidFill>
                <a:srgbClr val="FFFFFF"/>
              </a:solidFill>
              <a:prstDash val="solid"/>
              <a:round/>
              <a:headEnd type="none" w="med" len="med"/>
              <a:tailEnd type="none" w="med" len="med"/>
            </a:ln>
          </a:bottom>
        </a:tcBdr>
        <a:fill>
          <a:solidFill>
            <a:srgbClr val="EAEFF7"/>
          </a:solidFill>
        </a:fill>
      </a:tcStyle>
    </a:wholeTbl>
    <a:band1H>
      <a:tcStyle>
        <a:tcBdr/>
        <a:fill>
          <a:solidFill>
            <a:srgbClr val="D2DEEF"/>
          </a:solidFill>
        </a:fill>
      </a:tcStyle>
    </a:band1H>
    <a:band2H>
      <a:tcStyle>
        <a:tcBdr/>
      </a:tcStyle>
    </a:band2H>
    <a:band1V>
      <a:tcStyle>
        <a:tcBdr/>
        <a:fill>
          <a:solidFill>
            <a:srgbClr val="D2DEEF"/>
          </a:solidFill>
        </a:fill>
      </a:tcStyle>
    </a:band1V>
    <a:band2V>
      <a:tcStyle>
        <a:tcBdr/>
      </a:tcStyle>
    </a:band2V>
    <a:lastCol>
      <a:tcTxStyle b="on">
        <a:font>
          <a:latin typeface="+mn-lt"/>
          <a:ea typeface="+mn-ea"/>
          <a:cs typeface="+mn-cs"/>
        </a:font>
        <a:srgbClr val="FFFFFF"/>
      </a:tcTxStyle>
      <a:tcStyle>
        <a:tcBdr/>
        <a:fill>
          <a:solidFill>
            <a:srgbClr val="5B9BD5"/>
          </a:solidFill>
        </a:fill>
      </a:tcStyle>
    </a:lastCol>
    <a:firstCol>
      <a:tcTxStyle b="on">
        <a:font>
          <a:latin typeface="+mn-lt"/>
          <a:ea typeface="+mn-ea"/>
          <a:cs typeface="+mn-cs"/>
        </a:font>
        <a:srgbClr val="FFFFFF"/>
      </a:tcTxStyle>
      <a:tcStyle>
        <a:tcBdr/>
        <a:fill>
          <a:solidFill>
            <a:srgbClr val="5B9BD5"/>
          </a:solidFill>
        </a:fill>
      </a:tcStyle>
    </a:firstCol>
    <a:lastRow>
      <a:tcTxStyle b="on">
        <a:font>
          <a:latin typeface="+mn-lt"/>
          <a:ea typeface="+mn-ea"/>
          <a:cs typeface="+mn-cs"/>
        </a:font>
        <a:srgbClr val="FFFFFF"/>
      </a:tcTxStyle>
      <a:tcStyle>
        <a:tcBdr>
          <a:top>
            <a:ln w="38103" cap="flat" cmpd="sng" algn="ctr">
              <a:solidFill>
                <a:srgbClr val="FFFFFF"/>
              </a:solidFill>
              <a:prstDash val="solid"/>
              <a:round/>
              <a:headEnd type="none" w="med" len="med"/>
              <a:tailEnd type="none" w="med" len="med"/>
            </a:ln>
          </a:top>
        </a:tcBdr>
        <a:fill>
          <a:solidFill>
            <a:srgbClr val="5B9BD5"/>
          </a:solidFill>
        </a:fill>
      </a:tcStyle>
    </a:lastRow>
    <a:firstRow>
      <a:tcTxStyle b="on">
        <a:font>
          <a:latin typeface="+mn-lt"/>
          <a:ea typeface="+mn-ea"/>
          <a:cs typeface="+mn-cs"/>
        </a:font>
        <a:srgbClr val="FFFFFF"/>
      </a:tcTxStyle>
      <a:tcStyle>
        <a:tcBdr>
          <a:bottom>
            <a:ln w="38103" cap="flat" cmpd="sng" algn="ctr">
              <a:solidFill>
                <a:srgbClr val="FFFFFF"/>
              </a:solidFill>
              <a:prstDash val="solid"/>
              <a:round/>
              <a:headEnd type="none" w="med" len="med"/>
              <a:tailEnd type="none" w="med" len="med"/>
            </a:ln>
          </a:bottom>
        </a:tcBdr>
        <a:fill>
          <a:solidFill>
            <a:srgbClr val="5B9BD5"/>
          </a:solidFill>
        </a:fill>
      </a:tcStyle>
    </a:firstRow>
  </a:tblStyle>
  <a:tblStyle styleId="{2D5ABB26-0587-4C30-8999-92F81FD0307C}" styleName="">
    <a:wholeTbl>
      <a:tcTxStyle>
        <a:font>
          <a:latin typeface="+mn-lt"/>
          <a:ea typeface="+mn-ea"/>
          <a:cs typeface="+mn-cs"/>
        </a:font>
        <a:srgbClr val="000000"/>
      </a:tcTxStyle>
      <a:tcStyle>
        <a:tcBdr/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4995" autoAdjust="0"/>
    <p:restoredTop sz="94660"/>
  </p:normalViewPr>
  <p:slideViewPr>
    <p:cSldViewPr snapToGrid="0">
      <p:cViewPr varScale="1">
        <p:scale>
          <a:sx n="118" d="100"/>
          <a:sy n="118" d="100"/>
        </p:scale>
        <p:origin x="354" y="32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26" Type="http://schemas.openxmlformats.org/officeDocument/2006/relationships/slide" Target="slides/slide24.xml"/><Relationship Id="rId21" Type="http://schemas.openxmlformats.org/officeDocument/2006/relationships/slide" Target="slides/slide19.xml"/><Relationship Id="rId42" Type="http://schemas.openxmlformats.org/officeDocument/2006/relationships/slide" Target="slides/slide40.xml"/><Relationship Id="rId47" Type="http://schemas.openxmlformats.org/officeDocument/2006/relationships/slide" Target="slides/slide45.xml"/><Relationship Id="rId63" Type="http://schemas.openxmlformats.org/officeDocument/2006/relationships/slide" Target="slides/slide61.xml"/><Relationship Id="rId68" Type="http://schemas.openxmlformats.org/officeDocument/2006/relationships/slide" Target="slides/slide66.xml"/><Relationship Id="rId84" Type="http://schemas.openxmlformats.org/officeDocument/2006/relationships/slide" Target="slides/slide82.xml"/><Relationship Id="rId89" Type="http://schemas.openxmlformats.org/officeDocument/2006/relationships/slide" Target="slides/slide87.xml"/><Relationship Id="rId16" Type="http://schemas.openxmlformats.org/officeDocument/2006/relationships/slide" Target="slides/slide14.xml"/><Relationship Id="rId11" Type="http://schemas.openxmlformats.org/officeDocument/2006/relationships/slide" Target="slides/slide9.xml"/><Relationship Id="rId32" Type="http://schemas.openxmlformats.org/officeDocument/2006/relationships/slide" Target="slides/slide30.xml"/><Relationship Id="rId37" Type="http://schemas.openxmlformats.org/officeDocument/2006/relationships/slide" Target="slides/slide35.xml"/><Relationship Id="rId53" Type="http://schemas.openxmlformats.org/officeDocument/2006/relationships/slide" Target="slides/slide51.xml"/><Relationship Id="rId58" Type="http://schemas.openxmlformats.org/officeDocument/2006/relationships/slide" Target="slides/slide56.xml"/><Relationship Id="rId74" Type="http://schemas.openxmlformats.org/officeDocument/2006/relationships/slide" Target="slides/slide72.xml"/><Relationship Id="rId79" Type="http://schemas.openxmlformats.org/officeDocument/2006/relationships/slide" Target="slides/slide77.xml"/><Relationship Id="rId5" Type="http://schemas.openxmlformats.org/officeDocument/2006/relationships/slide" Target="slides/slide3.xml"/><Relationship Id="rId90" Type="http://schemas.openxmlformats.org/officeDocument/2006/relationships/slide" Target="slides/slide88.xml"/><Relationship Id="rId95" Type="http://schemas.openxmlformats.org/officeDocument/2006/relationships/presProps" Target="presProps.xml"/><Relationship Id="rId22" Type="http://schemas.openxmlformats.org/officeDocument/2006/relationships/slide" Target="slides/slide20.xml"/><Relationship Id="rId27" Type="http://schemas.openxmlformats.org/officeDocument/2006/relationships/slide" Target="slides/slide25.xml"/><Relationship Id="rId43" Type="http://schemas.openxmlformats.org/officeDocument/2006/relationships/slide" Target="slides/slide41.xml"/><Relationship Id="rId48" Type="http://schemas.openxmlformats.org/officeDocument/2006/relationships/slide" Target="slides/slide46.xml"/><Relationship Id="rId64" Type="http://schemas.openxmlformats.org/officeDocument/2006/relationships/slide" Target="slides/slide62.xml"/><Relationship Id="rId69" Type="http://schemas.openxmlformats.org/officeDocument/2006/relationships/slide" Target="slides/slide67.xml"/><Relationship Id="rId80" Type="http://schemas.openxmlformats.org/officeDocument/2006/relationships/slide" Target="slides/slide78.xml"/><Relationship Id="rId85" Type="http://schemas.openxmlformats.org/officeDocument/2006/relationships/slide" Target="slides/slide83.xml"/><Relationship Id="rId3" Type="http://schemas.openxmlformats.org/officeDocument/2006/relationships/slide" Target="slides/slide1.xml"/><Relationship Id="rId12" Type="http://schemas.openxmlformats.org/officeDocument/2006/relationships/slide" Target="slides/slide10.xml"/><Relationship Id="rId17" Type="http://schemas.openxmlformats.org/officeDocument/2006/relationships/slide" Target="slides/slide15.xml"/><Relationship Id="rId25" Type="http://schemas.openxmlformats.org/officeDocument/2006/relationships/slide" Target="slides/slide23.xml"/><Relationship Id="rId33" Type="http://schemas.openxmlformats.org/officeDocument/2006/relationships/slide" Target="slides/slide31.xml"/><Relationship Id="rId38" Type="http://schemas.openxmlformats.org/officeDocument/2006/relationships/slide" Target="slides/slide36.xml"/><Relationship Id="rId46" Type="http://schemas.openxmlformats.org/officeDocument/2006/relationships/slide" Target="slides/slide44.xml"/><Relationship Id="rId59" Type="http://schemas.openxmlformats.org/officeDocument/2006/relationships/slide" Target="slides/slide57.xml"/><Relationship Id="rId67" Type="http://schemas.openxmlformats.org/officeDocument/2006/relationships/slide" Target="slides/slide65.xml"/><Relationship Id="rId20" Type="http://schemas.openxmlformats.org/officeDocument/2006/relationships/slide" Target="slides/slide18.xml"/><Relationship Id="rId41" Type="http://schemas.openxmlformats.org/officeDocument/2006/relationships/slide" Target="slides/slide39.xml"/><Relationship Id="rId54" Type="http://schemas.openxmlformats.org/officeDocument/2006/relationships/slide" Target="slides/slide52.xml"/><Relationship Id="rId62" Type="http://schemas.openxmlformats.org/officeDocument/2006/relationships/slide" Target="slides/slide60.xml"/><Relationship Id="rId70" Type="http://schemas.openxmlformats.org/officeDocument/2006/relationships/slide" Target="slides/slide68.xml"/><Relationship Id="rId75" Type="http://schemas.openxmlformats.org/officeDocument/2006/relationships/slide" Target="slides/slide73.xml"/><Relationship Id="rId83" Type="http://schemas.openxmlformats.org/officeDocument/2006/relationships/slide" Target="slides/slide81.xml"/><Relationship Id="rId88" Type="http://schemas.openxmlformats.org/officeDocument/2006/relationships/slide" Target="slides/slide86.xml"/><Relationship Id="rId91" Type="http://schemas.openxmlformats.org/officeDocument/2006/relationships/slide" Target="slides/slide89.xml"/><Relationship Id="rId96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4.xml"/><Relationship Id="rId15" Type="http://schemas.openxmlformats.org/officeDocument/2006/relationships/slide" Target="slides/slide13.xml"/><Relationship Id="rId23" Type="http://schemas.openxmlformats.org/officeDocument/2006/relationships/slide" Target="slides/slide21.xml"/><Relationship Id="rId28" Type="http://schemas.openxmlformats.org/officeDocument/2006/relationships/slide" Target="slides/slide26.xml"/><Relationship Id="rId36" Type="http://schemas.openxmlformats.org/officeDocument/2006/relationships/slide" Target="slides/slide34.xml"/><Relationship Id="rId49" Type="http://schemas.openxmlformats.org/officeDocument/2006/relationships/slide" Target="slides/slide47.xml"/><Relationship Id="rId57" Type="http://schemas.openxmlformats.org/officeDocument/2006/relationships/slide" Target="slides/slide55.xml"/><Relationship Id="rId10" Type="http://schemas.openxmlformats.org/officeDocument/2006/relationships/slide" Target="slides/slide8.xml"/><Relationship Id="rId31" Type="http://schemas.openxmlformats.org/officeDocument/2006/relationships/slide" Target="slides/slide29.xml"/><Relationship Id="rId44" Type="http://schemas.openxmlformats.org/officeDocument/2006/relationships/slide" Target="slides/slide42.xml"/><Relationship Id="rId52" Type="http://schemas.openxmlformats.org/officeDocument/2006/relationships/slide" Target="slides/slide50.xml"/><Relationship Id="rId60" Type="http://schemas.openxmlformats.org/officeDocument/2006/relationships/slide" Target="slides/slide58.xml"/><Relationship Id="rId65" Type="http://schemas.openxmlformats.org/officeDocument/2006/relationships/slide" Target="slides/slide63.xml"/><Relationship Id="rId73" Type="http://schemas.openxmlformats.org/officeDocument/2006/relationships/slide" Target="slides/slide71.xml"/><Relationship Id="rId78" Type="http://schemas.openxmlformats.org/officeDocument/2006/relationships/slide" Target="slides/slide76.xml"/><Relationship Id="rId81" Type="http://schemas.openxmlformats.org/officeDocument/2006/relationships/slide" Target="slides/slide79.xml"/><Relationship Id="rId86" Type="http://schemas.openxmlformats.org/officeDocument/2006/relationships/slide" Target="slides/slide84.xml"/><Relationship Id="rId94" Type="http://schemas.openxmlformats.org/officeDocument/2006/relationships/notesMaster" Target="notesMasters/notesMaster1.xml"/><Relationship Id="rId4" Type="http://schemas.openxmlformats.org/officeDocument/2006/relationships/slide" Target="slides/slide2.xml"/><Relationship Id="rId9" Type="http://schemas.openxmlformats.org/officeDocument/2006/relationships/slide" Target="slides/slide7.xml"/><Relationship Id="rId13" Type="http://schemas.openxmlformats.org/officeDocument/2006/relationships/slide" Target="slides/slide11.xml"/><Relationship Id="rId18" Type="http://schemas.openxmlformats.org/officeDocument/2006/relationships/slide" Target="slides/slide16.xml"/><Relationship Id="rId39" Type="http://schemas.openxmlformats.org/officeDocument/2006/relationships/slide" Target="slides/slide37.xml"/><Relationship Id="rId34" Type="http://schemas.openxmlformats.org/officeDocument/2006/relationships/slide" Target="slides/slide32.xml"/><Relationship Id="rId50" Type="http://schemas.openxmlformats.org/officeDocument/2006/relationships/slide" Target="slides/slide48.xml"/><Relationship Id="rId55" Type="http://schemas.openxmlformats.org/officeDocument/2006/relationships/slide" Target="slides/slide53.xml"/><Relationship Id="rId76" Type="http://schemas.openxmlformats.org/officeDocument/2006/relationships/slide" Target="slides/slide74.xml"/><Relationship Id="rId97" Type="http://schemas.openxmlformats.org/officeDocument/2006/relationships/theme" Target="theme/theme1.xml"/><Relationship Id="rId7" Type="http://schemas.openxmlformats.org/officeDocument/2006/relationships/slide" Target="slides/slide5.xml"/><Relationship Id="rId71" Type="http://schemas.openxmlformats.org/officeDocument/2006/relationships/slide" Target="slides/slide69.xml"/><Relationship Id="rId92" Type="http://schemas.openxmlformats.org/officeDocument/2006/relationships/slide" Target="slides/slide90.xml"/><Relationship Id="rId2" Type="http://schemas.openxmlformats.org/officeDocument/2006/relationships/slideMaster" Target="slideMasters/slideMaster2.xml"/><Relationship Id="rId29" Type="http://schemas.openxmlformats.org/officeDocument/2006/relationships/slide" Target="slides/slide27.xml"/><Relationship Id="rId24" Type="http://schemas.openxmlformats.org/officeDocument/2006/relationships/slide" Target="slides/slide22.xml"/><Relationship Id="rId40" Type="http://schemas.openxmlformats.org/officeDocument/2006/relationships/slide" Target="slides/slide38.xml"/><Relationship Id="rId45" Type="http://schemas.openxmlformats.org/officeDocument/2006/relationships/slide" Target="slides/slide43.xml"/><Relationship Id="rId66" Type="http://schemas.openxmlformats.org/officeDocument/2006/relationships/slide" Target="slides/slide64.xml"/><Relationship Id="rId87" Type="http://schemas.openxmlformats.org/officeDocument/2006/relationships/slide" Target="slides/slide85.xml"/><Relationship Id="rId61" Type="http://schemas.openxmlformats.org/officeDocument/2006/relationships/slide" Target="slides/slide59.xml"/><Relationship Id="rId82" Type="http://schemas.openxmlformats.org/officeDocument/2006/relationships/slide" Target="slides/slide80.xml"/><Relationship Id="rId19" Type="http://schemas.openxmlformats.org/officeDocument/2006/relationships/slide" Target="slides/slide17.xml"/><Relationship Id="rId14" Type="http://schemas.openxmlformats.org/officeDocument/2006/relationships/slide" Target="slides/slide12.xml"/><Relationship Id="rId30" Type="http://schemas.openxmlformats.org/officeDocument/2006/relationships/slide" Target="slides/slide28.xml"/><Relationship Id="rId35" Type="http://schemas.openxmlformats.org/officeDocument/2006/relationships/slide" Target="slides/slide33.xml"/><Relationship Id="rId56" Type="http://schemas.openxmlformats.org/officeDocument/2006/relationships/slide" Target="slides/slide54.xml"/><Relationship Id="rId77" Type="http://schemas.openxmlformats.org/officeDocument/2006/relationships/slide" Target="slides/slide75.xml"/><Relationship Id="rId8" Type="http://schemas.openxmlformats.org/officeDocument/2006/relationships/slide" Target="slides/slide6.xml"/><Relationship Id="rId51" Type="http://schemas.openxmlformats.org/officeDocument/2006/relationships/slide" Target="slides/slide49.xml"/><Relationship Id="rId72" Type="http://schemas.openxmlformats.org/officeDocument/2006/relationships/slide" Target="slides/slide70.xml"/><Relationship Id="rId93" Type="http://schemas.openxmlformats.org/officeDocument/2006/relationships/slide" Target="slides/slide91.xml"/><Relationship Id="rId9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26CDD06C-697F-4118-BFA5-B7E2D26D4B90}"/>
              </a:ext>
            </a:extLst>
          </p:cNvPr>
          <p:cNvSpPr txBox="1">
            <a:spLocks noGrp="1"/>
          </p:cNvSpPr>
          <p:nvPr>
            <p:ph type="hdr" sz="quarter"/>
          </p:nvPr>
        </p:nvSpPr>
        <p:spPr>
          <a:xfrm>
            <a:off x="0" y="0"/>
            <a:ext cx="2971800" cy="458791"/>
          </a:xfrm>
          <a:prstGeom prst="rect">
            <a:avLst/>
          </a:prstGeom>
          <a:noFill/>
          <a:ln>
            <a:noFill/>
          </a:ln>
        </p:spPr>
        <p:txBody>
          <a:bodyPr vert="horz" wrap="square" lIns="91440" tIns="45720" rIns="91440" bIns="45720" anchor="t" anchorCtr="0" compatLnSpc="1">
            <a:noAutofit/>
          </a:bodyPr>
          <a:lstStyle>
            <a:lvl1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lang="nl-NL" sz="1200" b="0" i="0" u="none" strike="noStrike" kern="1200" cap="none" spc="0" baseline="0">
                <a:solidFill>
                  <a:srgbClr val="000000"/>
                </a:solidFill>
                <a:uFillTx/>
                <a:latin typeface="Calibri"/>
              </a:defRPr>
            </a:lvl1pPr>
          </a:lstStyle>
          <a:p>
            <a:pPr lvl="0"/>
            <a:endParaRPr lang="nl-NL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52E854A9-13AA-4A4D-B40D-7616B71FC250}"/>
              </a:ext>
            </a:extLst>
          </p:cNvPr>
          <p:cNvSpPr txBox="1">
            <a:spLocks noGrp="1"/>
          </p:cNvSpPr>
          <p:nvPr>
            <p:ph type="dt" idx="1"/>
          </p:nvPr>
        </p:nvSpPr>
        <p:spPr>
          <a:xfrm>
            <a:off x="3884608" y="0"/>
            <a:ext cx="2971800" cy="458791"/>
          </a:xfrm>
          <a:prstGeom prst="rect">
            <a:avLst/>
          </a:prstGeom>
          <a:noFill/>
          <a:ln>
            <a:noFill/>
          </a:ln>
        </p:spPr>
        <p:txBody>
          <a:bodyPr vert="horz" wrap="square" lIns="91440" tIns="45720" rIns="91440" bIns="45720" anchor="t" anchorCtr="0" compatLnSpc="1">
            <a:noAutofit/>
          </a:bodyPr>
          <a:lstStyle>
            <a:lvl1pPr marL="0" marR="0" lvl="0" indent="0" algn="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lang="nl-NL" sz="1200" b="0" i="0" u="none" strike="noStrike" kern="1200" cap="none" spc="0" baseline="0">
                <a:solidFill>
                  <a:srgbClr val="000000"/>
                </a:solidFill>
                <a:uFillTx/>
                <a:latin typeface="Calibri"/>
              </a:defRPr>
            </a:lvl1pPr>
          </a:lstStyle>
          <a:p>
            <a:pPr lvl="0"/>
            <a:fld id="{933C1985-CC60-4502-8ECC-8A39609F1E28}" type="datetime1">
              <a:rPr lang="nl-NL"/>
              <a:pPr lvl="0"/>
              <a:t>26-11-2025</a:t>
            </a:fld>
            <a:endParaRPr lang="nl-NL"/>
          </a:p>
        </p:txBody>
      </p:sp>
      <p:sp>
        <p:nvSpPr>
          <p:cNvPr id="4" name="Slide Image Placeholder 3">
            <a:extLst>
              <a:ext uri="{FF2B5EF4-FFF2-40B4-BE49-F238E27FC236}">
                <a16:creationId xmlns:a16="http://schemas.microsoft.com/office/drawing/2014/main" id="{E1CC4B1C-9E60-4C2C-8FD0-BCD32293F5F5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099"/>
          </a:xfrm>
          <a:prstGeom prst="rect">
            <a:avLst/>
          </a:prstGeom>
          <a:noFill/>
          <a:ln w="12701">
            <a:solidFill>
              <a:srgbClr val="000000"/>
            </a:solidFill>
            <a:prstDash val="solid"/>
          </a:ln>
        </p:spPr>
      </p:sp>
      <p:sp>
        <p:nvSpPr>
          <p:cNvPr id="5" name="Notes Placeholder 4">
            <a:extLst>
              <a:ext uri="{FF2B5EF4-FFF2-40B4-BE49-F238E27FC236}">
                <a16:creationId xmlns:a16="http://schemas.microsoft.com/office/drawing/2014/main" id="{40942271-5D12-4D79-B3C7-A60CB359A34E}"/>
              </a:ext>
            </a:extLst>
          </p:cNvPr>
          <p:cNvSpPr txBox="1">
            <a:spLocks noGrp="1"/>
          </p:cNvSpPr>
          <p:nvPr>
            <p:ph type="body" sz="quarter" idx="3"/>
          </p:nvPr>
        </p:nvSpPr>
        <p:spPr>
          <a:xfrm>
            <a:off x="685800" y="4400549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vert="horz" wrap="square" lIns="91440" tIns="45720" rIns="91440" bIns="45720" anchor="t" anchorCtr="0" compatLnSpc="1">
            <a:no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nl-NL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F0D0BEAE-9010-45AC-A6A3-DB2628B6D301}"/>
              </a:ext>
            </a:extLst>
          </p:cNvPr>
          <p:cNvSpPr txBox="1">
            <a:spLocks noGrp="1"/>
          </p:cNvSpPr>
          <p:nvPr>
            <p:ph type="ftr" sz="quarter" idx="4"/>
          </p:nvPr>
        </p:nvSpPr>
        <p:spPr>
          <a:xfrm>
            <a:off x="0" y="8685208"/>
            <a:ext cx="2971800" cy="458791"/>
          </a:xfrm>
          <a:prstGeom prst="rect">
            <a:avLst/>
          </a:prstGeom>
          <a:noFill/>
          <a:ln>
            <a:noFill/>
          </a:ln>
        </p:spPr>
        <p:txBody>
          <a:bodyPr vert="horz" wrap="square" lIns="91440" tIns="45720" rIns="91440" bIns="45720" anchor="b" anchorCtr="0" compatLnSpc="1">
            <a:noAutofit/>
          </a:bodyPr>
          <a:lstStyle>
            <a:lvl1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lang="nl-NL" sz="1200" b="0" i="0" u="none" strike="noStrike" kern="1200" cap="none" spc="0" baseline="0">
                <a:solidFill>
                  <a:srgbClr val="000000"/>
                </a:solidFill>
                <a:uFillTx/>
                <a:latin typeface="Calibri"/>
              </a:defRPr>
            </a:lvl1pPr>
          </a:lstStyle>
          <a:p>
            <a:pPr lvl="0"/>
            <a:endParaRPr lang="nl-NL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6BB0E352-1F1D-4173-B2B0-88C97324BE90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xfrm>
            <a:off x="3884608" y="8685208"/>
            <a:ext cx="2971800" cy="458791"/>
          </a:xfrm>
          <a:prstGeom prst="rect">
            <a:avLst/>
          </a:prstGeom>
          <a:noFill/>
          <a:ln>
            <a:noFill/>
          </a:ln>
        </p:spPr>
        <p:txBody>
          <a:bodyPr vert="horz" wrap="square" lIns="91440" tIns="45720" rIns="91440" bIns="45720" anchor="b" anchorCtr="0" compatLnSpc="1">
            <a:noAutofit/>
          </a:bodyPr>
          <a:lstStyle>
            <a:lvl1pPr marL="0" marR="0" lvl="0" indent="0" algn="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lang="nl-NL" sz="1200" b="0" i="0" u="none" strike="noStrike" kern="1200" cap="none" spc="0" baseline="0">
                <a:solidFill>
                  <a:srgbClr val="000000"/>
                </a:solidFill>
                <a:uFillTx/>
                <a:latin typeface="Calibri"/>
              </a:defRPr>
            </a:lvl1pPr>
          </a:lstStyle>
          <a:p>
            <a:pPr lvl="0"/>
            <a:fld id="{881E8342-45B4-4497-80BE-B34EA510ECB9}" type="slidenum">
              <a:t>‹#›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393274252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marR="0" lvl="0" indent="0" algn="l" defTabSz="914400" rtl="0" fontAlgn="auto" hangingPunct="1">
      <a:lnSpc>
        <a:spcPct val="100000"/>
      </a:lnSpc>
      <a:spcBef>
        <a:spcPts val="0"/>
      </a:spcBef>
      <a:spcAft>
        <a:spcPts val="0"/>
      </a:spcAft>
      <a:buNone/>
      <a:tabLst/>
      <a:defRPr lang="en-US" sz="1200" b="0" i="0" u="none" strike="noStrike" kern="1200" cap="none" spc="0" baseline="0">
        <a:solidFill>
          <a:srgbClr val="000000"/>
        </a:solidFill>
        <a:uFillTx/>
        <a:latin typeface="Calibri"/>
      </a:defRPr>
    </a:lvl1pPr>
    <a:lvl2pPr marL="457200" marR="0" lvl="1" indent="0" algn="l" defTabSz="914400" rtl="0" fontAlgn="auto" hangingPunct="1">
      <a:lnSpc>
        <a:spcPct val="100000"/>
      </a:lnSpc>
      <a:spcBef>
        <a:spcPts val="0"/>
      </a:spcBef>
      <a:spcAft>
        <a:spcPts val="0"/>
      </a:spcAft>
      <a:buNone/>
      <a:tabLst/>
      <a:defRPr lang="en-US" sz="1200" b="0" i="0" u="none" strike="noStrike" kern="1200" cap="none" spc="0" baseline="0">
        <a:solidFill>
          <a:srgbClr val="000000"/>
        </a:solidFill>
        <a:uFillTx/>
        <a:latin typeface="Calibri"/>
      </a:defRPr>
    </a:lvl2pPr>
    <a:lvl3pPr marL="914400" marR="0" lvl="2" indent="0" algn="l" defTabSz="914400" rtl="0" fontAlgn="auto" hangingPunct="1">
      <a:lnSpc>
        <a:spcPct val="100000"/>
      </a:lnSpc>
      <a:spcBef>
        <a:spcPts val="0"/>
      </a:spcBef>
      <a:spcAft>
        <a:spcPts val="0"/>
      </a:spcAft>
      <a:buNone/>
      <a:tabLst/>
      <a:defRPr lang="en-US" sz="1200" b="0" i="0" u="none" strike="noStrike" kern="1200" cap="none" spc="0" baseline="0">
        <a:solidFill>
          <a:srgbClr val="000000"/>
        </a:solidFill>
        <a:uFillTx/>
        <a:latin typeface="Calibri"/>
      </a:defRPr>
    </a:lvl3pPr>
    <a:lvl4pPr marL="1371600" marR="0" lvl="3" indent="0" algn="l" defTabSz="914400" rtl="0" fontAlgn="auto" hangingPunct="1">
      <a:lnSpc>
        <a:spcPct val="100000"/>
      </a:lnSpc>
      <a:spcBef>
        <a:spcPts val="0"/>
      </a:spcBef>
      <a:spcAft>
        <a:spcPts val="0"/>
      </a:spcAft>
      <a:buNone/>
      <a:tabLst/>
      <a:defRPr lang="en-US" sz="1200" b="0" i="0" u="none" strike="noStrike" kern="1200" cap="none" spc="0" baseline="0">
        <a:solidFill>
          <a:srgbClr val="000000"/>
        </a:solidFill>
        <a:uFillTx/>
        <a:latin typeface="Calibri"/>
      </a:defRPr>
    </a:lvl4pPr>
    <a:lvl5pPr marL="1828800" marR="0" lvl="4" indent="0" algn="l" defTabSz="914400" rtl="0" fontAlgn="auto" hangingPunct="1">
      <a:lnSpc>
        <a:spcPct val="100000"/>
      </a:lnSpc>
      <a:spcBef>
        <a:spcPts val="0"/>
      </a:spcBef>
      <a:spcAft>
        <a:spcPts val="0"/>
      </a:spcAft>
      <a:buNone/>
      <a:tabLst/>
      <a:defRPr lang="en-US" sz="1200" b="0" i="0" u="none" strike="noStrike" kern="1200" cap="none" spc="0" baseline="0">
        <a:solidFill>
          <a:srgbClr val="000000"/>
        </a:solidFill>
        <a:uFillTx/>
        <a:latin typeface="Calibri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8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9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3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4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3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4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8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9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2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3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5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9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0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4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5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9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0.xml"/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1.xml"/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98A1ABA2-C6C6-4D8B-8109-F4B4F193CC0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7C22CFA-9E71-4450-B16C-9592F4250C62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/>
        <p:txBody>
          <a:bodyPr/>
          <a:lstStyle/>
          <a:p>
            <a:pPr lvl="0"/>
            <a:endParaRPr lang="nl-NL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E296359-33A9-4301-9B7D-6EFF0D1D7EC2}"/>
              </a:ext>
            </a:extLst>
          </p:cNvPr>
          <p:cNvSpPr txBox="1"/>
          <p:nvPr/>
        </p:nvSpPr>
        <p:spPr>
          <a:xfrm>
            <a:off x="3884608" y="8685208"/>
            <a:ext cx="2971800" cy="458791"/>
          </a:xfrm>
          <a:prstGeom prst="rect">
            <a:avLst/>
          </a:prstGeom>
          <a:noFill/>
          <a:ln cap="flat">
            <a:noFill/>
          </a:ln>
        </p:spPr>
        <p:txBody>
          <a:bodyPr vert="horz" wrap="square" lIns="91440" tIns="45720" rIns="91440" bIns="45720" anchor="b" anchorCtr="0" compatLnSpc="1">
            <a:noAutofit/>
          </a:bodyPr>
          <a:lstStyle/>
          <a:p>
            <a:pPr marL="0" marR="0" lvl="0" indent="0" algn="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fld id="{24570078-9956-47F0-8EE6-8D9DD476585A}" type="slidenum">
              <a:t>1</a:t>
            </a:fld>
            <a:endParaRPr lang="nl-NL" sz="1200" b="0" i="0" u="none" strike="noStrike" kern="1200" cap="none" spc="0" baseline="0">
              <a:solidFill>
                <a:srgbClr val="000000"/>
              </a:solidFill>
              <a:uFillTx/>
              <a:latin typeface="Calibri"/>
            </a:endParaRPr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D528D629-E961-4528-8E72-2A5A3AF4BA2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427CE98-369F-413C-9F8D-B97FA1B5142F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/>
        <p:txBody>
          <a:bodyPr/>
          <a:lstStyle/>
          <a:p>
            <a:pPr lvl="0"/>
            <a:endParaRPr lang="nl-NL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B72E2B2-D2D0-4741-AC8D-C45C50427513}"/>
              </a:ext>
            </a:extLst>
          </p:cNvPr>
          <p:cNvSpPr txBox="1"/>
          <p:nvPr/>
        </p:nvSpPr>
        <p:spPr>
          <a:xfrm>
            <a:off x="3884608" y="8685208"/>
            <a:ext cx="2971800" cy="458791"/>
          </a:xfrm>
          <a:prstGeom prst="rect">
            <a:avLst/>
          </a:prstGeom>
          <a:noFill/>
          <a:ln cap="flat">
            <a:noFill/>
          </a:ln>
        </p:spPr>
        <p:txBody>
          <a:bodyPr vert="horz" wrap="square" lIns="91440" tIns="45720" rIns="91440" bIns="45720" anchor="b" anchorCtr="0" compatLnSpc="1">
            <a:noAutofit/>
          </a:bodyPr>
          <a:lstStyle/>
          <a:p>
            <a:pPr marL="0" marR="0" lvl="0" indent="0" algn="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fld id="{7878355D-E14E-4CDE-AAAD-548EFBB397CE}" type="slidenum">
              <a:t>2</a:t>
            </a:fld>
            <a:endParaRPr lang="nl-NL" sz="1200" b="0" i="0" u="none" strike="noStrike" kern="1200" cap="none" spc="0" baseline="0">
              <a:solidFill>
                <a:srgbClr val="000000"/>
              </a:solidFill>
              <a:uFillTx/>
              <a:latin typeface="Calibri"/>
            </a:endParaRPr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5F94B943-1286-4DFF-AC6B-FFC104E0B97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27AEE5D-FC58-4EAE-A4E6-2169D0C70691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/>
        <p:txBody>
          <a:bodyPr/>
          <a:lstStyle/>
          <a:p>
            <a:pPr lvl="0"/>
            <a:endParaRPr lang="nl-NL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4BCAB39-727E-4D4C-9AF7-5A6B82E8252B}"/>
              </a:ext>
            </a:extLst>
          </p:cNvPr>
          <p:cNvSpPr txBox="1"/>
          <p:nvPr/>
        </p:nvSpPr>
        <p:spPr>
          <a:xfrm>
            <a:off x="3884608" y="8685208"/>
            <a:ext cx="2971800" cy="458791"/>
          </a:xfrm>
          <a:prstGeom prst="rect">
            <a:avLst/>
          </a:prstGeom>
          <a:noFill/>
          <a:ln cap="flat">
            <a:noFill/>
          </a:ln>
        </p:spPr>
        <p:txBody>
          <a:bodyPr vert="horz" wrap="square" lIns="91440" tIns="45720" rIns="91440" bIns="45720" anchor="b" anchorCtr="0" compatLnSpc="1">
            <a:noAutofit/>
          </a:bodyPr>
          <a:lstStyle/>
          <a:p>
            <a:pPr marL="0" marR="0" lvl="0" indent="0" algn="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fld id="{FA927BB0-20EF-4C0B-921E-07E341103270}" type="slidenum">
              <a:t>3</a:t>
            </a:fld>
            <a:endParaRPr lang="nl-NL" sz="1200" b="0" i="0" u="none" strike="noStrike" kern="1200" cap="none" spc="0" baseline="0">
              <a:solidFill>
                <a:srgbClr val="000000"/>
              </a:solidFill>
              <a:uFillTx/>
              <a:latin typeface="Calibri"/>
            </a:endParaRPr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18D1B175-4AA8-4E22-A293-4FC0E25D585B}" type="slidenum">
              <a:rPr kumimoji="0" lang="nl-NL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4</a:t>
            </a:fld>
            <a:endParaRPr kumimoji="0" lang="nl-NL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760649118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C88F0A7A-5445-4473-BE0C-88A92B32593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009C60B-3DBD-4EEB-ACE5-BBABCCAB63C1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/>
        <p:txBody>
          <a:bodyPr/>
          <a:lstStyle/>
          <a:p>
            <a:pPr lvl="0"/>
            <a:endParaRPr lang="nl-NL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E36F008-9CA4-4676-AD30-3884078B22A9}"/>
              </a:ext>
            </a:extLst>
          </p:cNvPr>
          <p:cNvSpPr txBox="1"/>
          <p:nvPr/>
        </p:nvSpPr>
        <p:spPr>
          <a:xfrm>
            <a:off x="3884608" y="8685208"/>
            <a:ext cx="2971800" cy="458791"/>
          </a:xfrm>
          <a:prstGeom prst="rect">
            <a:avLst/>
          </a:prstGeom>
          <a:noFill/>
          <a:ln cap="flat">
            <a:noFill/>
          </a:ln>
        </p:spPr>
        <p:txBody>
          <a:bodyPr vert="horz" wrap="square" lIns="91440" tIns="45720" rIns="91440" bIns="45720" anchor="b" anchorCtr="0" compatLnSpc="1">
            <a:no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fld id="{C8946A66-8415-4C9D-9AD1-5C5DE7E9D675}" type="slidenum">
              <a:rPr kumimoji="0" sz="1800" b="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 sz="1800" b="0" i="0" u="none" strike="noStrike" kern="0" cap="none" spc="0" baseline="0">
                  <a:solidFill>
                    <a:srgbClr val="000000"/>
                  </a:solidFill>
                  <a:uFillTx/>
                </a:defRPr>
              </a:pPr>
              <a:t>10</a:t>
            </a:fld>
            <a:endParaRPr kumimoji="0" lang="nl-NL" sz="1200" b="0" i="0" u="none" strike="noStrike" kern="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712257692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18D1B175-4AA8-4E22-A293-4FC0E25D585B}" type="slidenum">
              <a:rPr kumimoji="0" lang="nl-NL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11</a:t>
            </a:fld>
            <a:endParaRPr kumimoji="0" lang="nl-NL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39457528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18D1B175-4AA8-4E22-A293-4FC0E25D585B}" type="slidenum">
              <a:rPr kumimoji="0" lang="nl-NL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12</a:t>
            </a:fld>
            <a:endParaRPr kumimoji="0" lang="nl-NL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991166835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nl-NL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18D1B175-4AA8-4E22-A293-4FC0E25D585B}" type="slidenum">
              <a:rPr kumimoji="0" lang="nl-NL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13</a:t>
            </a:fld>
            <a:endParaRPr kumimoji="0" lang="nl-NL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45660016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18D1B175-4AA8-4E22-A293-4FC0E25D585B}" type="slidenum">
              <a:rPr kumimoji="0" lang="nl-NL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14</a:t>
            </a:fld>
            <a:endParaRPr kumimoji="0" lang="nl-NL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12513410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4AEF958-B89D-66C5-549A-B9F27C08ABF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CDE2321C-63EE-EB6C-1547-7F33C448C52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044BBD2-6D46-F84B-FDAA-C7DB37E47DF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552011A-6333-89FF-2889-C44CA74DBD5B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18D1B175-4AA8-4E22-A293-4FC0E25D585B}" type="slidenum">
              <a:rPr kumimoji="0" lang="nl-NL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16</a:t>
            </a:fld>
            <a:endParaRPr kumimoji="0" lang="nl-NL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649425034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jdelijke aanduiding voor dia-afbeelding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Tijdelijke aanduiding voor notiti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NL"/>
          </a:p>
        </p:txBody>
      </p:sp>
      <p:sp>
        <p:nvSpPr>
          <p:cNvPr id="4" name="Tijdelijke aanduiding voor dianumm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lvl="0"/>
            <a:fld id="{881E8342-45B4-4497-80BE-B34EA510ECB9}" type="slidenum">
              <a:rPr lang="en-US" smtClean="0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85874595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18D1B175-4AA8-4E22-A293-4FC0E25D585B}" type="slidenum">
              <a:rPr kumimoji="0" lang="nl-NL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25</a:t>
            </a:fld>
            <a:endParaRPr kumimoji="0" lang="nl-NL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62363802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jdelijke aanduiding voor dia-afbeelding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Tijdelijke aanduiding voor notiti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NL"/>
          </a:p>
        </p:txBody>
      </p:sp>
      <p:sp>
        <p:nvSpPr>
          <p:cNvPr id="4" name="Tijdelijke aanduiding voor dianumm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881E8342-45B4-4497-80BE-B34EA510ECB9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38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640594705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18D1B175-4AA8-4E22-A293-4FC0E25D585B}" type="slidenum">
              <a:rPr kumimoji="0" lang="nl-NL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39</a:t>
            </a:fld>
            <a:endParaRPr kumimoji="0" lang="nl-NL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649320383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jdelijke aanduiding voor dia-afbeelding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Tijdelijke aanduiding voor notiti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NL"/>
          </a:p>
        </p:txBody>
      </p:sp>
      <p:sp>
        <p:nvSpPr>
          <p:cNvPr id="4" name="Tijdelijke aanduiding voor dianumm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881E8342-45B4-4497-80BE-B34EA510ECB9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43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222327684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18D1B175-4AA8-4E22-A293-4FC0E25D585B}" type="slidenum">
              <a:rPr kumimoji="0" lang="nl-NL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44</a:t>
            </a:fld>
            <a:endParaRPr kumimoji="0" lang="nl-NL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4264032164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jdelijke aanduiding voor dia-afbeelding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Tijdelijke aanduiding voor notiti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NL"/>
          </a:p>
        </p:txBody>
      </p:sp>
      <p:sp>
        <p:nvSpPr>
          <p:cNvPr id="4" name="Tijdelijke aanduiding voor dianumm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881E8342-45B4-4497-80BE-B34EA510ECB9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53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744715362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18D1B175-4AA8-4E22-A293-4FC0E25D585B}" type="slidenum">
              <a:rPr kumimoji="0" lang="nl-NL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54</a:t>
            </a:fld>
            <a:endParaRPr kumimoji="0" lang="nl-NL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087121630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jdelijke aanduiding voor dia-afbeelding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Tijdelijke aanduiding voor notiti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NL"/>
          </a:p>
        </p:txBody>
      </p:sp>
      <p:sp>
        <p:nvSpPr>
          <p:cNvPr id="4" name="Tijdelijke aanduiding voor dianumm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881E8342-45B4-4497-80BE-B34EA510ECB9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58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857533500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E209330-A486-A7F8-9849-5B01F83A395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D0EDBA74-F6D8-F5C0-8ED3-9548A75F9DF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276A4E9D-5610-E5AC-A490-43654E5BD0E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9495225-5449-477D-8F0E-AA51510A2F29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18D1B175-4AA8-4E22-A293-4FC0E25D585B}" type="slidenum">
              <a:rPr kumimoji="0" lang="nl-NL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59</a:t>
            </a:fld>
            <a:endParaRPr kumimoji="0" lang="nl-NL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64366066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E22CCE9-9474-C65D-E088-BDDD03EB9D3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jdelijke aanduiding voor dia-afbeelding 1">
            <a:extLst>
              <a:ext uri="{FF2B5EF4-FFF2-40B4-BE49-F238E27FC236}">
                <a16:creationId xmlns:a16="http://schemas.microsoft.com/office/drawing/2014/main" id="{05372076-3BC6-57D0-989D-48BB8FA8348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Tijdelijke aanduiding voor notities 2">
            <a:extLst>
              <a:ext uri="{FF2B5EF4-FFF2-40B4-BE49-F238E27FC236}">
                <a16:creationId xmlns:a16="http://schemas.microsoft.com/office/drawing/2014/main" id="{86B85753-AF53-56AA-7E10-EA2F3206865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NL"/>
          </a:p>
        </p:txBody>
      </p:sp>
      <p:sp>
        <p:nvSpPr>
          <p:cNvPr id="4" name="Tijdelijke aanduiding voor dianummer 3">
            <a:extLst>
              <a:ext uri="{FF2B5EF4-FFF2-40B4-BE49-F238E27FC236}">
                <a16:creationId xmlns:a16="http://schemas.microsoft.com/office/drawing/2014/main" id="{DF25803E-D79A-740B-8BEE-0F2487B0CF4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881E8342-45B4-4497-80BE-B34EA510ECB9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62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43570755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18D1B175-4AA8-4E22-A293-4FC0E25D585B}" type="slidenum">
              <a:rPr kumimoji="0" lang="nl-NL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63</a:t>
            </a:fld>
            <a:endParaRPr kumimoji="0" lang="nl-NL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218732318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18D1B175-4AA8-4E22-A293-4FC0E25D585B}" type="slidenum">
              <a:rPr kumimoji="0" lang="nl-NL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65</a:t>
            </a:fld>
            <a:endParaRPr kumimoji="0" lang="nl-NL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4030066549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jdelijke aanduiding voor dia-afbeelding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Tijdelijke aanduiding voor notiti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NL"/>
          </a:p>
        </p:txBody>
      </p:sp>
      <p:sp>
        <p:nvSpPr>
          <p:cNvPr id="4" name="Tijdelijke aanduiding voor dianumm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881E8342-45B4-4497-80BE-B34EA510ECB9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69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262716115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18D1B175-4AA8-4E22-A293-4FC0E25D585B}" type="slidenum">
              <a:rPr kumimoji="0" lang="nl-NL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70</a:t>
            </a:fld>
            <a:endParaRPr kumimoji="0" lang="nl-NL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4057750865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jdelijke aanduiding voor dia-afbeelding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Tijdelijke aanduiding voor notiti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NL"/>
          </a:p>
        </p:txBody>
      </p:sp>
      <p:sp>
        <p:nvSpPr>
          <p:cNvPr id="4" name="Tijdelijke aanduiding voor dianumm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881E8342-45B4-4497-80BE-B34EA510ECB9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74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0018827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18D1B175-4AA8-4E22-A293-4FC0E25D585B}" type="slidenum">
              <a:rPr kumimoji="0" lang="nl-NL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75</a:t>
            </a:fld>
            <a:endParaRPr kumimoji="0" lang="nl-NL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861263333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jdelijke aanduiding voor dia-afbeelding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Tijdelijke aanduiding voor notiti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NL"/>
          </a:p>
        </p:txBody>
      </p:sp>
      <p:sp>
        <p:nvSpPr>
          <p:cNvPr id="4" name="Tijdelijke aanduiding voor dianumm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881E8342-45B4-4497-80BE-B34EA510ECB9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79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732482746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18D1B175-4AA8-4E22-A293-4FC0E25D585B}" type="slidenum">
              <a:rPr kumimoji="0" lang="nl-NL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80</a:t>
            </a:fld>
            <a:endParaRPr kumimoji="0" lang="nl-NL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187401497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18D1B175-4AA8-4E22-A293-4FC0E25D585B}" type="slidenum">
              <a:rPr kumimoji="0" lang="nl-NL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81</a:t>
            </a:fld>
            <a:endParaRPr kumimoji="0" lang="nl-NL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388114385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nl-NL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18D1B175-4AA8-4E22-A293-4FC0E25D585B}" type="slidenum">
              <a:rPr kumimoji="0" lang="nl-NL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91</a:t>
            </a:fld>
            <a:endParaRPr kumimoji="0" lang="nl-NL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486813995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FEA0276-6471-4787-8B73-D69497EC94BA}"/>
              </a:ext>
            </a:extLst>
          </p:cNvPr>
          <p:cNvSpPr txBox="1">
            <a:spLocks noGrp="1"/>
          </p:cNvSpPr>
          <p:nvPr>
            <p:ph type="ctrTitle"/>
          </p:nvPr>
        </p:nvSpPr>
        <p:spPr>
          <a:xfrm>
            <a:off x="1524003" y="1122361"/>
            <a:ext cx="9144000" cy="2387598"/>
          </a:xfrm>
        </p:spPr>
        <p:txBody>
          <a:bodyPr anchor="b" anchorCtr="1"/>
          <a:lstStyle>
            <a:lvl1pPr algn="ctr">
              <a:defRPr sz="6000"/>
            </a:lvl1pPr>
          </a:lstStyle>
          <a:p>
            <a:pPr lvl="0"/>
            <a:r>
              <a:rPr lang="en-US"/>
              <a:t>Click to edit Master title style</a:t>
            </a:r>
            <a:endParaRPr lang="nl-NL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C4B6CF23-9170-4D3E-B6F6-017B42023EF2}"/>
              </a:ext>
            </a:extLst>
          </p:cNvPr>
          <p:cNvSpPr txBox="1">
            <a:spLocks noGrp="1"/>
          </p:cNvSpPr>
          <p:nvPr>
            <p:ph type="subTitle" idx="1"/>
          </p:nvPr>
        </p:nvSpPr>
        <p:spPr>
          <a:xfrm>
            <a:off x="1524003" y="3602041"/>
            <a:ext cx="9144000" cy="1655758"/>
          </a:xfrm>
        </p:spPr>
        <p:txBody>
          <a:bodyPr anchorCtr="1"/>
          <a:lstStyle>
            <a:lvl1pPr marL="0" indent="0" algn="ctr">
              <a:buNone/>
              <a:defRPr sz="2400"/>
            </a:lvl1pPr>
          </a:lstStyle>
          <a:p>
            <a:pPr lvl="0"/>
            <a:r>
              <a:rPr lang="en-US"/>
              <a:t>Click to edit Master subtitle style</a:t>
            </a:r>
            <a:endParaRPr lang="nl-NL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ABB05B6-CEFB-4A00-88A6-768DB2A4D0EE}"/>
              </a:ext>
            </a:extLst>
          </p:cNvPr>
          <p:cNvSpPr txBox="1">
            <a:spLocks noGrp="1"/>
          </p:cNvSpPr>
          <p:nvPr>
            <p:ph type="dt" sz="half" idx="7"/>
          </p:nvPr>
        </p:nvSpPr>
        <p:spPr/>
        <p:txBody>
          <a:bodyPr/>
          <a:lstStyle>
            <a:lvl1pPr>
              <a:defRPr/>
            </a:lvl1pPr>
          </a:lstStyle>
          <a:p>
            <a:pPr lvl="0"/>
            <a:fld id="{19D221E3-8E68-4F1C-A103-A0B6C8B9662E}" type="datetime1">
              <a:rPr lang="nl-NL"/>
              <a:pPr lvl="0"/>
              <a:t>26-11-2025</a:t>
            </a:fld>
            <a:endParaRPr lang="nl-NL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763DB29-BC25-4815-A0F0-6ABC7D5788E1}"/>
              </a:ext>
            </a:extLst>
          </p:cNvPr>
          <p:cNvSpPr txBox="1">
            <a:spLocks noGrp="1"/>
          </p:cNvSpPr>
          <p:nvPr>
            <p:ph type="ftr" sz="quarter" idx="9"/>
          </p:nvPr>
        </p:nvSpPr>
        <p:spPr/>
        <p:txBody>
          <a:bodyPr/>
          <a:lstStyle>
            <a:lvl1pPr>
              <a:defRPr/>
            </a:lvl1pPr>
          </a:lstStyle>
          <a:p>
            <a:pPr lvl="0"/>
            <a:endParaRPr lang="nl-NL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41FF2D8-9C44-4826-90B3-B082372D135D}"/>
              </a:ext>
            </a:extLst>
          </p:cNvPr>
          <p:cNvSpPr txBox="1">
            <a:spLocks noGrp="1"/>
          </p:cNvSpPr>
          <p:nvPr>
            <p:ph type="sldNum" sz="quarter" idx="8"/>
          </p:nvPr>
        </p:nvSpPr>
        <p:spPr/>
        <p:txBody>
          <a:bodyPr/>
          <a:lstStyle>
            <a:lvl1pPr>
              <a:defRPr/>
            </a:lvl1pPr>
          </a:lstStyle>
          <a:p>
            <a:pPr lvl="0"/>
            <a:fld id="{497B2DC2-63DD-4743-8273-B2F65320565B}" type="slidenum">
              <a:t>‹#›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3825552482"/>
      </p:ext>
    </p:extLst>
  </p:cSld>
  <p:clrMapOvr>
    <a:masterClrMapping/>
  </p:clrMapOvr>
  <p:hf sldNum="0" hdr="0" ftr="0" dt="0"/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5959C8F-6455-4594-A67F-55916248167A}"/>
              </a:ext>
            </a:extLst>
          </p:cNvPr>
          <p:cNvSpPr txBox="1"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pPr lvl="0"/>
            <a:r>
              <a:rPr lang="en-US"/>
              <a:t>Click to edit Master title style</a:t>
            </a:r>
            <a:endParaRPr lang="nl-NL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C55B901-F283-4C55-BFB3-72E4F355437F}"/>
              </a:ext>
            </a:extLst>
          </p:cNvPr>
          <p:cNvSpPr txBox="1">
            <a:spLocks noGrp="1"/>
          </p:cNvSpPr>
          <p:nvPr>
            <p:ph idx="1"/>
          </p:nvPr>
        </p:nvSpPr>
        <p:spPr/>
        <p:txBody>
          <a:bodyPr/>
          <a:lstStyle>
            <a:lvl1pPr>
              <a:defRPr/>
            </a:lvl1pPr>
            <a:lvl2pPr>
              <a:defRPr/>
            </a:lvl2pPr>
            <a:lvl3pPr>
              <a:defRPr/>
            </a:lvl3pPr>
            <a:lvl4pPr>
              <a:defRPr/>
            </a:lvl4pPr>
            <a:lvl5pPr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nl-NL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D9AF16D-6969-45D0-8F95-225C26CBBFE7}"/>
              </a:ext>
            </a:extLst>
          </p:cNvPr>
          <p:cNvSpPr txBox="1">
            <a:spLocks noGrp="1"/>
          </p:cNvSpPr>
          <p:nvPr>
            <p:ph type="dt" sz="half" idx="7"/>
          </p:nvPr>
        </p:nvSpPr>
        <p:spPr/>
        <p:txBody>
          <a:bodyPr/>
          <a:lstStyle>
            <a:lvl1pPr>
              <a:defRPr/>
            </a:lvl1pPr>
          </a:lstStyle>
          <a:p>
            <a:pPr lvl="0"/>
            <a:fld id="{74E63D54-33BC-47E5-ADB1-BB0B7298DA8F}" type="datetime1">
              <a:rPr lang="nl-NL"/>
              <a:pPr lvl="0"/>
              <a:t>26-11-2025</a:t>
            </a:fld>
            <a:endParaRPr lang="nl-NL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E3089CF-3649-4C74-9558-3CBF7BE7C615}"/>
              </a:ext>
            </a:extLst>
          </p:cNvPr>
          <p:cNvSpPr txBox="1">
            <a:spLocks noGrp="1"/>
          </p:cNvSpPr>
          <p:nvPr>
            <p:ph type="ftr" sz="quarter" idx="9"/>
          </p:nvPr>
        </p:nvSpPr>
        <p:spPr/>
        <p:txBody>
          <a:bodyPr/>
          <a:lstStyle>
            <a:lvl1pPr>
              <a:defRPr/>
            </a:lvl1pPr>
          </a:lstStyle>
          <a:p>
            <a:pPr lvl="0"/>
            <a:endParaRPr lang="nl-NL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9C502FC-3434-4607-8DF7-AC523B13C119}"/>
              </a:ext>
            </a:extLst>
          </p:cNvPr>
          <p:cNvSpPr txBox="1">
            <a:spLocks noGrp="1"/>
          </p:cNvSpPr>
          <p:nvPr>
            <p:ph type="sldNum" sz="quarter" idx="8"/>
          </p:nvPr>
        </p:nvSpPr>
        <p:spPr/>
        <p:txBody>
          <a:bodyPr/>
          <a:lstStyle>
            <a:lvl1pPr>
              <a:defRPr/>
            </a:lvl1pPr>
          </a:lstStyle>
          <a:p>
            <a:pPr lvl="0"/>
            <a:fld id="{0D63ADCF-C51E-43FE-853C-BEAD040432EC}" type="slidenum">
              <a:t>‹#›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1891382708"/>
      </p:ext>
    </p:extLst>
  </p:cSld>
  <p:clrMapOvr>
    <a:masterClrMapping/>
  </p:clrMapOvr>
  <p:hf sldNum="0" hdr="0" ftr="0" dt="0"/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7E79E0F-3818-4C76-BA12-DA196FE2F498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831847" y="1709735"/>
            <a:ext cx="10515600" cy="2852735"/>
          </a:xfrm>
        </p:spPr>
        <p:txBody>
          <a:bodyPr anchor="b"/>
          <a:lstStyle>
            <a:lvl1pPr>
              <a:defRPr sz="6000"/>
            </a:lvl1pPr>
          </a:lstStyle>
          <a:p>
            <a:pPr lvl="0"/>
            <a:r>
              <a:rPr lang="en-US"/>
              <a:t>Click to edit Master title style</a:t>
            </a:r>
            <a:endParaRPr lang="nl-NL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3F0FB6E-AF9D-4EA6-9275-201BCE1B2B82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831847" y="4589465"/>
            <a:ext cx="10515600" cy="1500182"/>
          </a:xfrm>
        </p:spPr>
        <p:txBody>
          <a:bodyPr/>
          <a:lstStyle>
            <a:lvl1pPr marL="0" indent="0">
              <a:buNone/>
              <a:defRPr sz="2400">
                <a:solidFill>
                  <a:srgbClr val="898989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256EBE1-4E34-4EC9-88AB-A2344713E6B4}"/>
              </a:ext>
            </a:extLst>
          </p:cNvPr>
          <p:cNvSpPr txBox="1">
            <a:spLocks noGrp="1"/>
          </p:cNvSpPr>
          <p:nvPr>
            <p:ph type="dt" sz="half" idx="7"/>
          </p:nvPr>
        </p:nvSpPr>
        <p:spPr/>
        <p:txBody>
          <a:bodyPr/>
          <a:lstStyle>
            <a:lvl1pPr>
              <a:defRPr/>
            </a:lvl1pPr>
          </a:lstStyle>
          <a:p>
            <a:pPr lvl="0"/>
            <a:fld id="{30925ABE-D3D0-404A-A142-4AD3A33711F1}" type="datetime1">
              <a:rPr lang="nl-NL"/>
              <a:pPr lvl="0"/>
              <a:t>26-11-2025</a:t>
            </a:fld>
            <a:endParaRPr lang="nl-NL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02ECAD9-8AA1-4881-B843-F46E463B42A9}"/>
              </a:ext>
            </a:extLst>
          </p:cNvPr>
          <p:cNvSpPr txBox="1">
            <a:spLocks noGrp="1"/>
          </p:cNvSpPr>
          <p:nvPr>
            <p:ph type="ftr" sz="quarter" idx="9"/>
          </p:nvPr>
        </p:nvSpPr>
        <p:spPr/>
        <p:txBody>
          <a:bodyPr/>
          <a:lstStyle>
            <a:lvl1pPr>
              <a:defRPr/>
            </a:lvl1pPr>
          </a:lstStyle>
          <a:p>
            <a:pPr lvl="0"/>
            <a:endParaRPr lang="nl-NL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1B6D6FD-5F4E-4A6F-B62A-7FEE87D48779}"/>
              </a:ext>
            </a:extLst>
          </p:cNvPr>
          <p:cNvSpPr txBox="1">
            <a:spLocks noGrp="1"/>
          </p:cNvSpPr>
          <p:nvPr>
            <p:ph type="sldNum" sz="quarter" idx="8"/>
          </p:nvPr>
        </p:nvSpPr>
        <p:spPr/>
        <p:txBody>
          <a:bodyPr/>
          <a:lstStyle>
            <a:lvl1pPr>
              <a:defRPr/>
            </a:lvl1pPr>
          </a:lstStyle>
          <a:p>
            <a:pPr lvl="0"/>
            <a:fld id="{EDA92F5B-D71E-4A43-A596-B99F4D414DEE}" type="slidenum">
              <a:t>‹#›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180549667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066CD99-9B87-4C9C-A00A-A99FFFD7C21A}"/>
              </a:ext>
            </a:extLst>
          </p:cNvPr>
          <p:cNvSpPr txBox="1"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pPr lvl="0"/>
            <a:r>
              <a:rPr lang="en-US"/>
              <a:t>Click to edit Master title style</a:t>
            </a:r>
            <a:endParaRPr lang="nl-NL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DC01E6D-69DE-4B2A-837E-872C46612BFC}"/>
              </a:ext>
            </a:extLst>
          </p:cNvPr>
          <p:cNvSpPr txBox="1">
            <a:spLocks noGrp="1"/>
          </p:cNvSpPr>
          <p:nvPr>
            <p:ph idx="1"/>
          </p:nvPr>
        </p:nvSpPr>
        <p:spPr>
          <a:xfrm>
            <a:off x="838203" y="1825627"/>
            <a:ext cx="5181603" cy="4351336"/>
          </a:xfrm>
        </p:spPr>
        <p:txBody>
          <a:bodyPr/>
          <a:lstStyle>
            <a:lvl1pPr>
              <a:defRPr/>
            </a:lvl1pPr>
            <a:lvl2pPr>
              <a:defRPr/>
            </a:lvl2pPr>
            <a:lvl3pPr>
              <a:defRPr/>
            </a:lvl3pPr>
            <a:lvl4pPr>
              <a:defRPr/>
            </a:lvl4pPr>
            <a:lvl5pPr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nl-NL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8634FF50-33B8-4ACB-8903-FA820B3E67F3}"/>
              </a:ext>
            </a:extLst>
          </p:cNvPr>
          <p:cNvSpPr txBox="1">
            <a:spLocks noGrp="1"/>
          </p:cNvSpPr>
          <p:nvPr>
            <p:ph idx="2"/>
          </p:nvPr>
        </p:nvSpPr>
        <p:spPr>
          <a:xfrm>
            <a:off x="6172200" y="1825627"/>
            <a:ext cx="5181603" cy="4351336"/>
          </a:xfrm>
        </p:spPr>
        <p:txBody>
          <a:bodyPr/>
          <a:lstStyle>
            <a:lvl1pPr>
              <a:defRPr/>
            </a:lvl1pPr>
            <a:lvl2pPr>
              <a:defRPr/>
            </a:lvl2pPr>
            <a:lvl3pPr>
              <a:defRPr/>
            </a:lvl3pPr>
            <a:lvl4pPr>
              <a:defRPr/>
            </a:lvl4pPr>
            <a:lvl5pPr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nl-NL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476B204D-AB6F-488A-879C-3BBC4D2DFA3B}"/>
              </a:ext>
            </a:extLst>
          </p:cNvPr>
          <p:cNvSpPr txBox="1">
            <a:spLocks noGrp="1"/>
          </p:cNvSpPr>
          <p:nvPr>
            <p:ph type="dt" sz="half" idx="7"/>
          </p:nvPr>
        </p:nvSpPr>
        <p:spPr/>
        <p:txBody>
          <a:bodyPr/>
          <a:lstStyle>
            <a:lvl1pPr>
              <a:defRPr/>
            </a:lvl1pPr>
          </a:lstStyle>
          <a:p>
            <a:pPr lvl="0"/>
            <a:fld id="{CF7C870A-C5CE-4B9C-8879-AA59D721C7B0}" type="datetime1">
              <a:rPr lang="nl-NL"/>
              <a:pPr lvl="0"/>
              <a:t>26-11-2025</a:t>
            </a:fld>
            <a:endParaRPr lang="nl-NL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2A105986-51F8-4299-968D-23778A97AE1E}"/>
              </a:ext>
            </a:extLst>
          </p:cNvPr>
          <p:cNvSpPr txBox="1">
            <a:spLocks noGrp="1"/>
          </p:cNvSpPr>
          <p:nvPr>
            <p:ph type="ftr" sz="quarter" idx="9"/>
          </p:nvPr>
        </p:nvSpPr>
        <p:spPr/>
        <p:txBody>
          <a:bodyPr/>
          <a:lstStyle>
            <a:lvl1pPr>
              <a:defRPr/>
            </a:lvl1pPr>
          </a:lstStyle>
          <a:p>
            <a:pPr lvl="0"/>
            <a:endParaRPr lang="nl-NL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7497D9B2-8C67-4FD4-9512-45AC8C2C4ED8}"/>
              </a:ext>
            </a:extLst>
          </p:cNvPr>
          <p:cNvSpPr txBox="1">
            <a:spLocks noGrp="1"/>
          </p:cNvSpPr>
          <p:nvPr>
            <p:ph type="sldNum" sz="quarter" idx="8"/>
          </p:nvPr>
        </p:nvSpPr>
        <p:spPr/>
        <p:txBody>
          <a:bodyPr/>
          <a:lstStyle>
            <a:lvl1pPr>
              <a:defRPr/>
            </a:lvl1pPr>
          </a:lstStyle>
          <a:p>
            <a:pPr lvl="0"/>
            <a:fld id="{006FED3D-09E8-4456-9A39-381C02E8DA2F}" type="slidenum">
              <a:t>‹#›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3184394376"/>
      </p:ext>
    </p:extLst>
  </p:cSld>
  <p:clrMapOvr>
    <a:masterClrMapping/>
  </p:clrMapOvr>
  <p:hf sldNum="0" hdr="0" ftr="0" dt="0"/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75F51AE-2D87-4E40-8D3C-52C5EA19063C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839784" y="365129"/>
            <a:ext cx="10515600" cy="1325559"/>
          </a:xfrm>
        </p:spPr>
        <p:txBody>
          <a:bodyPr/>
          <a:lstStyle>
            <a:lvl1pPr>
              <a:defRPr/>
            </a:lvl1pPr>
          </a:lstStyle>
          <a:p>
            <a:pPr lvl="0"/>
            <a:r>
              <a:rPr lang="en-US"/>
              <a:t>Click to edit Master title style</a:t>
            </a:r>
            <a:endParaRPr lang="nl-NL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BE1409D-264D-4D10-BC80-046AE7E73FCF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839784" y="1681160"/>
            <a:ext cx="5157782" cy="823910"/>
          </a:xfrm>
        </p:spPr>
        <p:txBody>
          <a:bodyPr anchor="b"/>
          <a:lstStyle>
            <a:lvl1pPr marL="0" indent="0">
              <a:buNone/>
              <a:defRPr sz="2400" b="1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095B19D3-2D9C-424A-84E9-F0870A966BCC}"/>
              </a:ext>
            </a:extLst>
          </p:cNvPr>
          <p:cNvSpPr txBox="1">
            <a:spLocks noGrp="1"/>
          </p:cNvSpPr>
          <p:nvPr>
            <p:ph idx="2"/>
          </p:nvPr>
        </p:nvSpPr>
        <p:spPr>
          <a:xfrm>
            <a:off x="839784" y="2505071"/>
            <a:ext cx="5157782" cy="3684583"/>
          </a:xfrm>
        </p:spPr>
        <p:txBody>
          <a:bodyPr/>
          <a:lstStyle>
            <a:lvl1pPr>
              <a:defRPr/>
            </a:lvl1pPr>
            <a:lvl2pPr>
              <a:defRPr/>
            </a:lvl2pPr>
            <a:lvl3pPr>
              <a:defRPr/>
            </a:lvl3pPr>
            <a:lvl4pPr>
              <a:defRPr/>
            </a:lvl4pPr>
            <a:lvl5pPr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nl-NL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15C662C0-7933-4555-B754-C7A69636BE7C}"/>
              </a:ext>
            </a:extLst>
          </p:cNvPr>
          <p:cNvSpPr txBox="1">
            <a:spLocks noGrp="1"/>
          </p:cNvSpPr>
          <p:nvPr>
            <p:ph type="body" idx="3"/>
          </p:nvPr>
        </p:nvSpPr>
        <p:spPr>
          <a:xfrm>
            <a:off x="6172200" y="1681160"/>
            <a:ext cx="5183184" cy="823910"/>
          </a:xfrm>
        </p:spPr>
        <p:txBody>
          <a:bodyPr anchor="b"/>
          <a:lstStyle>
            <a:lvl1pPr marL="0" indent="0">
              <a:buNone/>
              <a:defRPr sz="2400" b="1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A9C311A5-3DFB-4389-99F9-A83FED75076A}"/>
              </a:ext>
            </a:extLst>
          </p:cNvPr>
          <p:cNvSpPr txBox="1">
            <a:spLocks noGrp="1"/>
          </p:cNvSpPr>
          <p:nvPr>
            <p:ph idx="4"/>
          </p:nvPr>
        </p:nvSpPr>
        <p:spPr>
          <a:xfrm>
            <a:off x="6172200" y="2505071"/>
            <a:ext cx="5183184" cy="3684583"/>
          </a:xfrm>
        </p:spPr>
        <p:txBody>
          <a:bodyPr/>
          <a:lstStyle>
            <a:lvl1pPr>
              <a:defRPr/>
            </a:lvl1pPr>
            <a:lvl2pPr>
              <a:defRPr/>
            </a:lvl2pPr>
            <a:lvl3pPr>
              <a:defRPr/>
            </a:lvl3pPr>
            <a:lvl4pPr>
              <a:defRPr/>
            </a:lvl4pPr>
            <a:lvl5pPr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nl-NL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72EA582C-0A52-400B-8A5E-A4D225CCA2CE}"/>
              </a:ext>
            </a:extLst>
          </p:cNvPr>
          <p:cNvSpPr txBox="1">
            <a:spLocks noGrp="1"/>
          </p:cNvSpPr>
          <p:nvPr>
            <p:ph type="dt" sz="half" idx="7"/>
          </p:nvPr>
        </p:nvSpPr>
        <p:spPr/>
        <p:txBody>
          <a:bodyPr/>
          <a:lstStyle>
            <a:lvl1pPr>
              <a:defRPr/>
            </a:lvl1pPr>
          </a:lstStyle>
          <a:p>
            <a:pPr lvl="0"/>
            <a:fld id="{9B8CBA01-D750-4027-AD4F-F8BBD96EFE00}" type="datetime1">
              <a:rPr lang="nl-NL"/>
              <a:pPr lvl="0"/>
              <a:t>26-11-2025</a:t>
            </a:fld>
            <a:endParaRPr lang="nl-NL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E69A3E07-9D3A-42E1-84E3-F947396B05BE}"/>
              </a:ext>
            </a:extLst>
          </p:cNvPr>
          <p:cNvSpPr txBox="1">
            <a:spLocks noGrp="1"/>
          </p:cNvSpPr>
          <p:nvPr>
            <p:ph type="ftr" sz="quarter" idx="9"/>
          </p:nvPr>
        </p:nvSpPr>
        <p:spPr/>
        <p:txBody>
          <a:bodyPr/>
          <a:lstStyle>
            <a:lvl1pPr>
              <a:defRPr/>
            </a:lvl1pPr>
          </a:lstStyle>
          <a:p>
            <a:pPr lvl="0"/>
            <a:endParaRPr lang="nl-NL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C579E306-0BB0-4A9F-8C2F-1E79A0BF4AA0}"/>
              </a:ext>
            </a:extLst>
          </p:cNvPr>
          <p:cNvSpPr txBox="1">
            <a:spLocks noGrp="1"/>
          </p:cNvSpPr>
          <p:nvPr>
            <p:ph type="sldNum" sz="quarter" idx="8"/>
          </p:nvPr>
        </p:nvSpPr>
        <p:spPr/>
        <p:txBody>
          <a:bodyPr/>
          <a:lstStyle>
            <a:lvl1pPr>
              <a:defRPr/>
            </a:lvl1pPr>
          </a:lstStyle>
          <a:p>
            <a:pPr lvl="0"/>
            <a:fld id="{600C8236-733A-4D19-BD65-71EC7EF4BCD9}" type="slidenum">
              <a:t>‹#›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3578715929"/>
      </p:ext>
    </p:extLst>
  </p:cSld>
  <p:clrMapOvr>
    <a:masterClrMapping/>
  </p:clrMapOvr>
  <p:hf sldNum="0" hdr="0" ftr="0" dt="0"/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38C9EDA-CE58-4BC5-B465-327C909BB51A}"/>
              </a:ext>
            </a:extLst>
          </p:cNvPr>
          <p:cNvSpPr txBox="1"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pPr lvl="0"/>
            <a:r>
              <a:rPr lang="en-US"/>
              <a:t>Click to edit Master title style</a:t>
            </a:r>
            <a:endParaRPr lang="nl-NL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995A411C-9463-42E2-A44C-6E7D36861A6C}"/>
              </a:ext>
            </a:extLst>
          </p:cNvPr>
          <p:cNvSpPr txBox="1">
            <a:spLocks noGrp="1"/>
          </p:cNvSpPr>
          <p:nvPr>
            <p:ph type="dt" sz="half" idx="7"/>
          </p:nvPr>
        </p:nvSpPr>
        <p:spPr/>
        <p:txBody>
          <a:bodyPr/>
          <a:lstStyle>
            <a:lvl1pPr>
              <a:defRPr/>
            </a:lvl1pPr>
          </a:lstStyle>
          <a:p>
            <a:pPr lvl="0"/>
            <a:fld id="{F094EFB8-CC71-4E7E-9D6F-4AF06728B1E2}" type="datetime1">
              <a:rPr lang="nl-NL"/>
              <a:pPr lvl="0"/>
              <a:t>26-11-2025</a:t>
            </a:fld>
            <a:endParaRPr lang="nl-NL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41CEAAD7-D94F-4075-A56F-FC438E4D73D8}"/>
              </a:ext>
            </a:extLst>
          </p:cNvPr>
          <p:cNvSpPr txBox="1">
            <a:spLocks noGrp="1"/>
          </p:cNvSpPr>
          <p:nvPr>
            <p:ph type="ftr" sz="quarter" idx="9"/>
          </p:nvPr>
        </p:nvSpPr>
        <p:spPr/>
        <p:txBody>
          <a:bodyPr/>
          <a:lstStyle>
            <a:lvl1pPr>
              <a:defRPr/>
            </a:lvl1pPr>
          </a:lstStyle>
          <a:p>
            <a:pPr lvl="0"/>
            <a:endParaRPr lang="nl-NL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30F5AE01-4594-49FA-9F85-E80E00E1C8E8}"/>
              </a:ext>
            </a:extLst>
          </p:cNvPr>
          <p:cNvSpPr txBox="1">
            <a:spLocks noGrp="1"/>
          </p:cNvSpPr>
          <p:nvPr>
            <p:ph type="sldNum" sz="quarter" idx="8"/>
          </p:nvPr>
        </p:nvSpPr>
        <p:spPr/>
        <p:txBody>
          <a:bodyPr/>
          <a:lstStyle>
            <a:lvl1pPr>
              <a:defRPr/>
            </a:lvl1pPr>
          </a:lstStyle>
          <a:p>
            <a:pPr lvl="0"/>
            <a:fld id="{992CA7C1-2F70-4426-80C5-7C44846B5086}" type="slidenum">
              <a:t>‹#›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279779412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C94D54DE-AEDF-4AF6-AF91-9DE5F33270FC}"/>
              </a:ext>
            </a:extLst>
          </p:cNvPr>
          <p:cNvSpPr txBox="1">
            <a:spLocks noGrp="1"/>
          </p:cNvSpPr>
          <p:nvPr>
            <p:ph type="dt" sz="half" idx="7"/>
          </p:nvPr>
        </p:nvSpPr>
        <p:spPr/>
        <p:txBody>
          <a:bodyPr/>
          <a:lstStyle>
            <a:lvl1pPr>
              <a:defRPr/>
            </a:lvl1pPr>
          </a:lstStyle>
          <a:p>
            <a:pPr lvl="0"/>
            <a:fld id="{8B2D0485-9F03-42A6-AEAF-640E1E801316}" type="datetime1">
              <a:rPr lang="nl-NL"/>
              <a:pPr lvl="0"/>
              <a:t>26-11-2025</a:t>
            </a:fld>
            <a:endParaRPr lang="nl-NL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798EC54D-33F6-4531-BE44-2A21CFC2BFBE}"/>
              </a:ext>
            </a:extLst>
          </p:cNvPr>
          <p:cNvSpPr txBox="1">
            <a:spLocks noGrp="1"/>
          </p:cNvSpPr>
          <p:nvPr>
            <p:ph type="ftr" sz="quarter" idx="9"/>
          </p:nvPr>
        </p:nvSpPr>
        <p:spPr/>
        <p:txBody>
          <a:bodyPr/>
          <a:lstStyle>
            <a:lvl1pPr>
              <a:defRPr/>
            </a:lvl1pPr>
          </a:lstStyle>
          <a:p>
            <a:pPr lvl="0"/>
            <a:endParaRPr lang="nl-NL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2706322-765A-42EF-8389-953AF3FFF8C6}"/>
              </a:ext>
            </a:extLst>
          </p:cNvPr>
          <p:cNvSpPr txBox="1">
            <a:spLocks noGrp="1"/>
          </p:cNvSpPr>
          <p:nvPr>
            <p:ph type="sldNum" sz="quarter" idx="8"/>
          </p:nvPr>
        </p:nvSpPr>
        <p:spPr/>
        <p:txBody>
          <a:bodyPr/>
          <a:lstStyle>
            <a:lvl1pPr>
              <a:defRPr/>
            </a:lvl1pPr>
          </a:lstStyle>
          <a:p>
            <a:pPr lvl="0"/>
            <a:fld id="{2F530081-5E4D-4BCA-8CE0-A89C3C31F764}" type="slidenum">
              <a:t>‹#›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398605050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F1DE736-9165-4123-B14D-B3E06625E35C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839784" y="457200"/>
            <a:ext cx="3932240" cy="1600200"/>
          </a:xfrm>
        </p:spPr>
        <p:txBody>
          <a:bodyPr anchor="b"/>
          <a:lstStyle>
            <a:lvl1pPr>
              <a:defRPr sz="3200"/>
            </a:lvl1pPr>
          </a:lstStyle>
          <a:p>
            <a:pPr lvl="0"/>
            <a:r>
              <a:rPr lang="en-US"/>
              <a:t>Click to edit Master title style</a:t>
            </a:r>
            <a:endParaRPr lang="nl-NL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7AFB467-EB9E-4BCA-B7F6-94096E66C119}"/>
              </a:ext>
            </a:extLst>
          </p:cNvPr>
          <p:cNvSpPr txBox="1">
            <a:spLocks noGrp="1"/>
          </p:cNvSpPr>
          <p:nvPr>
            <p:ph idx="1"/>
          </p:nvPr>
        </p:nvSpPr>
        <p:spPr>
          <a:xfrm>
            <a:off x="5183184" y="987423"/>
            <a:ext cx="6172200" cy="487362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nl-NL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C109DEF7-E4AC-40C6-8B73-D444C37A27EB}"/>
              </a:ext>
            </a:extLst>
          </p:cNvPr>
          <p:cNvSpPr txBox="1">
            <a:spLocks noGrp="1"/>
          </p:cNvSpPr>
          <p:nvPr>
            <p:ph type="body" idx="2"/>
          </p:nvPr>
        </p:nvSpPr>
        <p:spPr>
          <a:xfrm>
            <a:off x="839784" y="2057400"/>
            <a:ext cx="3932240" cy="3811584"/>
          </a:xfrm>
        </p:spPr>
        <p:txBody>
          <a:bodyPr/>
          <a:lstStyle>
            <a:lvl1pPr marL="0" indent="0">
              <a:buNone/>
              <a:defRPr sz="1600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0FD59043-B6A7-4B99-8794-31978FB0A84D}"/>
              </a:ext>
            </a:extLst>
          </p:cNvPr>
          <p:cNvSpPr txBox="1">
            <a:spLocks noGrp="1"/>
          </p:cNvSpPr>
          <p:nvPr>
            <p:ph type="dt" sz="half" idx="7"/>
          </p:nvPr>
        </p:nvSpPr>
        <p:spPr/>
        <p:txBody>
          <a:bodyPr/>
          <a:lstStyle>
            <a:lvl1pPr>
              <a:defRPr/>
            </a:lvl1pPr>
          </a:lstStyle>
          <a:p>
            <a:pPr lvl="0"/>
            <a:fld id="{7E16F5C2-4DDC-41E9-9E83-12B283FFD3EC}" type="datetime1">
              <a:rPr lang="nl-NL"/>
              <a:pPr lvl="0"/>
              <a:t>26-11-2025</a:t>
            </a:fld>
            <a:endParaRPr lang="nl-NL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29582119-A384-4CA5-AACA-4E6918D41863}"/>
              </a:ext>
            </a:extLst>
          </p:cNvPr>
          <p:cNvSpPr txBox="1">
            <a:spLocks noGrp="1"/>
          </p:cNvSpPr>
          <p:nvPr>
            <p:ph type="ftr" sz="quarter" idx="9"/>
          </p:nvPr>
        </p:nvSpPr>
        <p:spPr/>
        <p:txBody>
          <a:bodyPr/>
          <a:lstStyle>
            <a:lvl1pPr>
              <a:defRPr/>
            </a:lvl1pPr>
          </a:lstStyle>
          <a:p>
            <a:pPr lvl="0"/>
            <a:endParaRPr lang="nl-NL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D74396D5-8DC6-4509-8F0F-11E8CA50C914}"/>
              </a:ext>
            </a:extLst>
          </p:cNvPr>
          <p:cNvSpPr txBox="1">
            <a:spLocks noGrp="1"/>
          </p:cNvSpPr>
          <p:nvPr>
            <p:ph type="sldNum" sz="quarter" idx="8"/>
          </p:nvPr>
        </p:nvSpPr>
        <p:spPr/>
        <p:txBody>
          <a:bodyPr/>
          <a:lstStyle>
            <a:lvl1pPr>
              <a:defRPr/>
            </a:lvl1pPr>
          </a:lstStyle>
          <a:p>
            <a:pPr lvl="0"/>
            <a:fld id="{5B69D4FA-8647-4754-9B15-9B617F1BEF2A}" type="slidenum">
              <a:t>‹#›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325838368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C3DC67B-739F-418B-8227-EDD9E52584D9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839784" y="457200"/>
            <a:ext cx="3932240" cy="1600200"/>
          </a:xfrm>
        </p:spPr>
        <p:txBody>
          <a:bodyPr anchor="b"/>
          <a:lstStyle>
            <a:lvl1pPr>
              <a:defRPr sz="3200"/>
            </a:lvl1pPr>
          </a:lstStyle>
          <a:p>
            <a:pPr lvl="0"/>
            <a:r>
              <a:rPr lang="en-US"/>
              <a:t>Click to edit Master title style</a:t>
            </a:r>
            <a:endParaRPr lang="nl-NL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D386A419-EBBE-42C6-8E99-443C8146EAB8}"/>
              </a:ext>
            </a:extLst>
          </p:cNvPr>
          <p:cNvSpPr txBox="1">
            <a:spLocks noGrp="1"/>
          </p:cNvSpPr>
          <p:nvPr>
            <p:ph type="pic" idx="1"/>
          </p:nvPr>
        </p:nvSpPr>
        <p:spPr>
          <a:xfrm>
            <a:off x="5183184" y="987423"/>
            <a:ext cx="6172200" cy="4873623"/>
          </a:xfrm>
        </p:spPr>
        <p:txBody>
          <a:bodyPr/>
          <a:lstStyle>
            <a:lvl1pPr marL="0" indent="0">
              <a:buNone/>
              <a:defRPr lang="nl-NL" sz="3200"/>
            </a:lvl1pPr>
          </a:lstStyle>
          <a:p>
            <a:pPr lvl="0"/>
            <a:endParaRPr lang="nl-NL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6F918F58-5281-4BA9-BA0A-7C5B47378AD3}"/>
              </a:ext>
            </a:extLst>
          </p:cNvPr>
          <p:cNvSpPr txBox="1">
            <a:spLocks noGrp="1"/>
          </p:cNvSpPr>
          <p:nvPr>
            <p:ph type="body" idx="2"/>
          </p:nvPr>
        </p:nvSpPr>
        <p:spPr>
          <a:xfrm>
            <a:off x="839784" y="2057400"/>
            <a:ext cx="3932240" cy="3811584"/>
          </a:xfrm>
        </p:spPr>
        <p:txBody>
          <a:bodyPr/>
          <a:lstStyle>
            <a:lvl1pPr marL="0" indent="0">
              <a:buNone/>
              <a:defRPr sz="1600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1D067A2A-79CA-4D4A-B3DD-45AF87FB8E84}"/>
              </a:ext>
            </a:extLst>
          </p:cNvPr>
          <p:cNvSpPr txBox="1">
            <a:spLocks noGrp="1"/>
          </p:cNvSpPr>
          <p:nvPr>
            <p:ph type="dt" sz="half" idx="7"/>
          </p:nvPr>
        </p:nvSpPr>
        <p:spPr/>
        <p:txBody>
          <a:bodyPr/>
          <a:lstStyle>
            <a:lvl1pPr>
              <a:defRPr/>
            </a:lvl1pPr>
          </a:lstStyle>
          <a:p>
            <a:pPr lvl="0"/>
            <a:fld id="{787BCDFB-3AD3-4B04-8CEB-D3DE0C540ABF}" type="datetime1">
              <a:rPr lang="nl-NL"/>
              <a:pPr lvl="0"/>
              <a:t>26-11-2025</a:t>
            </a:fld>
            <a:endParaRPr lang="nl-NL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D07FD046-1163-49FE-9423-745B5BEB0CA8}"/>
              </a:ext>
            </a:extLst>
          </p:cNvPr>
          <p:cNvSpPr txBox="1">
            <a:spLocks noGrp="1"/>
          </p:cNvSpPr>
          <p:nvPr>
            <p:ph type="ftr" sz="quarter" idx="9"/>
          </p:nvPr>
        </p:nvSpPr>
        <p:spPr/>
        <p:txBody>
          <a:bodyPr/>
          <a:lstStyle>
            <a:lvl1pPr>
              <a:defRPr/>
            </a:lvl1pPr>
          </a:lstStyle>
          <a:p>
            <a:pPr lvl="0"/>
            <a:endParaRPr lang="nl-NL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7B40EE4D-0F6A-4160-A661-EA2B22236DD8}"/>
              </a:ext>
            </a:extLst>
          </p:cNvPr>
          <p:cNvSpPr txBox="1">
            <a:spLocks noGrp="1"/>
          </p:cNvSpPr>
          <p:nvPr>
            <p:ph type="sldNum" sz="quarter" idx="8"/>
          </p:nvPr>
        </p:nvSpPr>
        <p:spPr/>
        <p:txBody>
          <a:bodyPr/>
          <a:lstStyle>
            <a:lvl1pPr>
              <a:defRPr/>
            </a:lvl1pPr>
          </a:lstStyle>
          <a:p>
            <a:pPr lvl="0"/>
            <a:fld id="{244A5848-914A-40A4-805F-7FBAC2AB3261}" type="slidenum">
              <a:t>‹#›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70660072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71C9312-99A5-4AE5-9922-7D6846507267}"/>
              </a:ext>
            </a:extLst>
          </p:cNvPr>
          <p:cNvSpPr txBox="1"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pPr lvl="0"/>
            <a:r>
              <a:rPr lang="en-US"/>
              <a:t>Click to edit Master title style</a:t>
            </a:r>
            <a:endParaRPr lang="nl-NL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E14661C2-8A1A-41E5-A258-E143E98234E3}"/>
              </a:ext>
            </a:extLst>
          </p:cNvPr>
          <p:cNvSpPr txBox="1">
            <a:spLocks noGrp="1"/>
          </p:cNvSpPr>
          <p:nvPr>
            <p:ph type="body" orient="vert" idx="1"/>
          </p:nvPr>
        </p:nvSpPr>
        <p:spPr/>
        <p:txBody>
          <a:bodyPr vert="eaVert"/>
          <a:lstStyle>
            <a:lvl1pPr>
              <a:defRPr/>
            </a:lvl1pPr>
            <a:lvl2pPr>
              <a:defRPr/>
            </a:lvl2pPr>
            <a:lvl3pPr>
              <a:defRPr/>
            </a:lvl3pPr>
            <a:lvl4pPr>
              <a:defRPr/>
            </a:lvl4pPr>
            <a:lvl5pPr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nl-NL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A9BDCBB-44D3-4B0D-A7EF-9E497982517E}"/>
              </a:ext>
            </a:extLst>
          </p:cNvPr>
          <p:cNvSpPr txBox="1">
            <a:spLocks noGrp="1"/>
          </p:cNvSpPr>
          <p:nvPr>
            <p:ph type="dt" sz="half" idx="7"/>
          </p:nvPr>
        </p:nvSpPr>
        <p:spPr/>
        <p:txBody>
          <a:bodyPr/>
          <a:lstStyle>
            <a:lvl1pPr>
              <a:defRPr/>
            </a:lvl1pPr>
          </a:lstStyle>
          <a:p>
            <a:pPr lvl="0"/>
            <a:fld id="{822E0BF5-BE88-44A4-BA94-982271F97C3D}" type="datetime1">
              <a:rPr lang="nl-NL"/>
              <a:pPr lvl="0"/>
              <a:t>26-11-2025</a:t>
            </a:fld>
            <a:endParaRPr lang="nl-NL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1A963F3-4048-40CF-9462-35E4D1C41BFC}"/>
              </a:ext>
            </a:extLst>
          </p:cNvPr>
          <p:cNvSpPr txBox="1">
            <a:spLocks noGrp="1"/>
          </p:cNvSpPr>
          <p:nvPr>
            <p:ph type="ftr" sz="quarter" idx="9"/>
          </p:nvPr>
        </p:nvSpPr>
        <p:spPr/>
        <p:txBody>
          <a:bodyPr/>
          <a:lstStyle>
            <a:lvl1pPr>
              <a:defRPr/>
            </a:lvl1pPr>
          </a:lstStyle>
          <a:p>
            <a:pPr lvl="0"/>
            <a:endParaRPr lang="nl-NL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444C61F-509E-440A-9851-59DA9E5172CC}"/>
              </a:ext>
            </a:extLst>
          </p:cNvPr>
          <p:cNvSpPr txBox="1">
            <a:spLocks noGrp="1"/>
          </p:cNvSpPr>
          <p:nvPr>
            <p:ph type="sldNum" sz="quarter" idx="8"/>
          </p:nvPr>
        </p:nvSpPr>
        <p:spPr/>
        <p:txBody>
          <a:bodyPr/>
          <a:lstStyle>
            <a:lvl1pPr>
              <a:defRPr/>
            </a:lvl1pPr>
          </a:lstStyle>
          <a:p>
            <a:pPr lvl="0"/>
            <a:fld id="{A8019D94-B13A-4BB3-828D-597A5AE09447}" type="slidenum">
              <a:t>‹#›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294098554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A8338410-8AB0-490B-9E30-51AA52421AC0}"/>
              </a:ext>
            </a:extLst>
          </p:cNvPr>
          <p:cNvSpPr txBox="1">
            <a:spLocks noGrp="1"/>
          </p:cNvSpPr>
          <p:nvPr>
            <p:ph type="title" orient="vert"/>
          </p:nvPr>
        </p:nvSpPr>
        <p:spPr>
          <a:xfrm>
            <a:off x="8724903" y="365129"/>
            <a:ext cx="2628899" cy="5811834"/>
          </a:xfrm>
        </p:spPr>
        <p:txBody>
          <a:bodyPr vert="eaVert"/>
          <a:lstStyle>
            <a:lvl1pPr>
              <a:defRPr/>
            </a:lvl1pPr>
          </a:lstStyle>
          <a:p>
            <a:pPr lvl="0"/>
            <a:r>
              <a:rPr lang="en-US"/>
              <a:t>Click to edit Master title style</a:t>
            </a:r>
            <a:endParaRPr lang="nl-NL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9A359D57-3935-4CF9-8006-9A3B93624D1A}"/>
              </a:ext>
            </a:extLst>
          </p:cNvPr>
          <p:cNvSpPr txBox="1">
            <a:spLocks noGrp="1"/>
          </p:cNvSpPr>
          <p:nvPr>
            <p:ph type="body" orient="vert" idx="1"/>
          </p:nvPr>
        </p:nvSpPr>
        <p:spPr>
          <a:xfrm>
            <a:off x="838203" y="365129"/>
            <a:ext cx="7734296" cy="5811834"/>
          </a:xfrm>
        </p:spPr>
        <p:txBody>
          <a:bodyPr vert="eaVert"/>
          <a:lstStyle>
            <a:lvl1pPr>
              <a:defRPr/>
            </a:lvl1pPr>
            <a:lvl2pPr>
              <a:defRPr/>
            </a:lvl2pPr>
            <a:lvl3pPr>
              <a:defRPr/>
            </a:lvl3pPr>
            <a:lvl4pPr>
              <a:defRPr/>
            </a:lvl4pPr>
            <a:lvl5pPr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nl-NL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28298D5-9ADE-4061-A3F0-EB6B9E3301F8}"/>
              </a:ext>
            </a:extLst>
          </p:cNvPr>
          <p:cNvSpPr txBox="1">
            <a:spLocks noGrp="1"/>
          </p:cNvSpPr>
          <p:nvPr>
            <p:ph type="dt" sz="half" idx="7"/>
          </p:nvPr>
        </p:nvSpPr>
        <p:spPr/>
        <p:txBody>
          <a:bodyPr/>
          <a:lstStyle>
            <a:lvl1pPr>
              <a:defRPr/>
            </a:lvl1pPr>
          </a:lstStyle>
          <a:p>
            <a:pPr lvl="0"/>
            <a:fld id="{B9232680-D045-46AA-BEF7-C3F631B40446}" type="datetime1">
              <a:rPr lang="nl-NL"/>
              <a:pPr lvl="0"/>
              <a:t>26-11-2025</a:t>
            </a:fld>
            <a:endParaRPr lang="nl-NL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D91A492-ECA1-4910-8332-2840B42BF023}"/>
              </a:ext>
            </a:extLst>
          </p:cNvPr>
          <p:cNvSpPr txBox="1">
            <a:spLocks noGrp="1"/>
          </p:cNvSpPr>
          <p:nvPr>
            <p:ph type="ftr" sz="quarter" idx="9"/>
          </p:nvPr>
        </p:nvSpPr>
        <p:spPr/>
        <p:txBody>
          <a:bodyPr/>
          <a:lstStyle>
            <a:lvl1pPr>
              <a:defRPr/>
            </a:lvl1pPr>
          </a:lstStyle>
          <a:p>
            <a:pPr lvl="0"/>
            <a:endParaRPr lang="nl-NL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428109C-0919-40F3-BABA-001FBA988B8B}"/>
              </a:ext>
            </a:extLst>
          </p:cNvPr>
          <p:cNvSpPr txBox="1">
            <a:spLocks noGrp="1"/>
          </p:cNvSpPr>
          <p:nvPr>
            <p:ph type="sldNum" sz="quarter" idx="8"/>
          </p:nvPr>
        </p:nvSpPr>
        <p:spPr/>
        <p:txBody>
          <a:bodyPr/>
          <a:lstStyle>
            <a:lvl1pPr>
              <a:defRPr/>
            </a:lvl1pPr>
          </a:lstStyle>
          <a:p>
            <a:pPr lvl="0"/>
            <a:fld id="{A3724BF4-F8C9-4BCF-8AC7-F4FB629664C6}" type="slidenum">
              <a:t>‹#›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3434619920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nl-NL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nl-NL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F2786E2-A2AD-407F-A096-CEC047B7C616}" type="datetimeFigureOut">
              <a:rPr lang="nl-NL" smtClean="0"/>
              <a:t>26-11-2025</a:t>
            </a:fld>
            <a:endParaRPr lang="nl-NL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8C0E25B-CC98-43BD-90C5-DE2DB36ECBF3}" type="slidenum">
              <a:rPr lang="nl-NL" smtClean="0"/>
              <a:t>‹#›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854990469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nl-NL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nl-NL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F2786E2-A2AD-407F-A096-CEC047B7C616}" type="datetimeFigureOut">
              <a:rPr lang="nl-NL" smtClean="0"/>
              <a:t>26-11-2025</a:t>
            </a:fld>
            <a:endParaRPr lang="nl-NL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8C0E25B-CC98-43BD-90C5-DE2DB36ECBF3}" type="slidenum">
              <a:rPr lang="nl-NL" smtClean="0"/>
              <a:t>‹#›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844047201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nl-NL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F2786E2-A2AD-407F-A096-CEC047B7C616}" type="datetimeFigureOut">
              <a:rPr lang="nl-NL" smtClean="0"/>
              <a:t>26-11-2025</a:t>
            </a:fld>
            <a:endParaRPr lang="nl-NL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8C0E25B-CC98-43BD-90C5-DE2DB36ECBF3}" type="slidenum">
              <a:rPr lang="nl-NL" smtClean="0"/>
              <a:t>‹#›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3505004150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nl-NL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nl-NL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nl-NL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F2786E2-A2AD-407F-A096-CEC047B7C616}" type="datetimeFigureOut">
              <a:rPr lang="nl-NL" smtClean="0"/>
              <a:t>26-11-2025</a:t>
            </a:fld>
            <a:endParaRPr lang="nl-NL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8C0E25B-CC98-43BD-90C5-DE2DB36ECBF3}" type="slidenum">
              <a:rPr lang="nl-NL" smtClean="0"/>
              <a:t>‹#›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36737415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nl-NL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nl-NL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nl-NL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F2786E2-A2AD-407F-A096-CEC047B7C616}" type="datetimeFigureOut">
              <a:rPr lang="nl-NL" smtClean="0"/>
              <a:t>26-11-2025</a:t>
            </a:fld>
            <a:endParaRPr lang="nl-NL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8C0E25B-CC98-43BD-90C5-DE2DB36ECBF3}" type="slidenum">
              <a:rPr lang="nl-NL" smtClean="0"/>
              <a:t>‹#›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1418154859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nl-NL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F2786E2-A2AD-407F-A096-CEC047B7C616}" type="datetimeFigureOut">
              <a:rPr lang="nl-NL" smtClean="0"/>
              <a:t>26-11-2025</a:t>
            </a:fld>
            <a:endParaRPr lang="nl-NL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8C0E25B-CC98-43BD-90C5-DE2DB36ECBF3}" type="slidenum">
              <a:rPr lang="nl-NL" smtClean="0"/>
              <a:t>‹#›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1128821721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F2786E2-A2AD-407F-A096-CEC047B7C616}" type="datetimeFigureOut">
              <a:rPr lang="nl-NL" smtClean="0"/>
              <a:t>26-11-2025</a:t>
            </a:fld>
            <a:endParaRPr lang="nl-NL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8C0E25B-CC98-43BD-90C5-DE2DB36ECBF3}" type="slidenum">
              <a:rPr lang="nl-NL" smtClean="0"/>
              <a:t>‹#›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2902178249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nl-NL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nl-NL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F2786E2-A2AD-407F-A096-CEC047B7C616}" type="datetimeFigureOut">
              <a:rPr lang="nl-NL" smtClean="0"/>
              <a:t>26-11-2025</a:t>
            </a:fld>
            <a:endParaRPr lang="nl-NL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8C0E25B-CC98-43BD-90C5-DE2DB36ECBF3}" type="slidenum">
              <a:rPr lang="nl-NL" smtClean="0"/>
              <a:t>‹#›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502264805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nl-NL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nl-NL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F2786E2-A2AD-407F-A096-CEC047B7C616}" type="datetimeFigureOut">
              <a:rPr lang="nl-NL" smtClean="0"/>
              <a:t>26-11-2025</a:t>
            </a:fld>
            <a:endParaRPr lang="nl-NL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8C0E25B-CC98-43BD-90C5-DE2DB36ECBF3}" type="slidenum">
              <a:rPr lang="nl-NL" smtClean="0"/>
              <a:t>‹#›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3059757202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nl-NL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nl-NL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F2786E2-A2AD-407F-A096-CEC047B7C616}" type="datetimeFigureOut">
              <a:rPr lang="nl-NL" smtClean="0"/>
              <a:t>26-11-2025</a:t>
            </a:fld>
            <a:endParaRPr lang="nl-NL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8C0E25B-CC98-43BD-90C5-DE2DB36ECBF3}" type="slidenum">
              <a:rPr lang="nl-NL" smtClean="0"/>
              <a:t>‹#›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931364799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nl-NL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nl-NL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F2786E2-A2AD-407F-A096-CEC047B7C616}" type="datetimeFigureOut">
              <a:rPr lang="nl-NL" smtClean="0"/>
              <a:t>26-11-2025</a:t>
            </a:fld>
            <a:endParaRPr lang="nl-NL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8C0E25B-CC98-43BD-90C5-DE2DB36ECBF3}" type="slidenum">
              <a:rPr lang="nl-NL" smtClean="0"/>
              <a:t>‹#›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331347034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_rels/slideMaster2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19.xml"/><Relationship Id="rId3" Type="http://schemas.openxmlformats.org/officeDocument/2006/relationships/slideLayout" Target="../slideLayouts/slideLayout14.xml"/><Relationship Id="rId7" Type="http://schemas.openxmlformats.org/officeDocument/2006/relationships/slideLayout" Target="../slideLayouts/slideLayout18.xml"/><Relationship Id="rId12" Type="http://schemas.openxmlformats.org/officeDocument/2006/relationships/theme" Target="../theme/theme2.xml"/><Relationship Id="rId2" Type="http://schemas.openxmlformats.org/officeDocument/2006/relationships/slideLayout" Target="../slideLayouts/slideLayout13.xml"/><Relationship Id="rId1" Type="http://schemas.openxmlformats.org/officeDocument/2006/relationships/slideLayout" Target="../slideLayouts/slideLayout12.xml"/><Relationship Id="rId6" Type="http://schemas.openxmlformats.org/officeDocument/2006/relationships/slideLayout" Target="../slideLayouts/slideLayout17.xml"/><Relationship Id="rId11" Type="http://schemas.openxmlformats.org/officeDocument/2006/relationships/slideLayout" Target="../slideLayouts/slideLayout22.xml"/><Relationship Id="rId5" Type="http://schemas.openxmlformats.org/officeDocument/2006/relationships/slideLayout" Target="../slideLayouts/slideLayout16.xml"/><Relationship Id="rId10" Type="http://schemas.openxmlformats.org/officeDocument/2006/relationships/slideLayout" Target="../slideLayouts/slideLayout21.xml"/><Relationship Id="rId4" Type="http://schemas.openxmlformats.org/officeDocument/2006/relationships/slideLayout" Target="../slideLayouts/slideLayout15.xml"/><Relationship Id="rId9" Type="http://schemas.openxmlformats.org/officeDocument/2006/relationships/slideLayout" Target="../slideLayouts/slideLayout20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23FDD54B-8BEF-4D75-AA17-81FA78B13485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838203" y="365129"/>
            <a:ext cx="10515600" cy="1325559"/>
          </a:xfrm>
          <a:prstGeom prst="rect">
            <a:avLst/>
          </a:prstGeom>
          <a:noFill/>
          <a:ln>
            <a:noFill/>
          </a:ln>
        </p:spPr>
        <p:txBody>
          <a:bodyPr vert="horz" wrap="square" lIns="91440" tIns="45720" rIns="91440" bIns="45720" anchor="ctr" anchorCtr="0" compatLnSpc="1">
            <a:normAutofit/>
          </a:bodyPr>
          <a:lstStyle/>
          <a:p>
            <a:pPr lvl="0"/>
            <a:r>
              <a:rPr lang="en-US"/>
              <a:t>Click to edit Master title style</a:t>
            </a:r>
            <a:endParaRPr lang="nl-NL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45A30F8-E9F0-4E2C-B6BA-48E0D92EA336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838203" y="1825627"/>
            <a:ext cx="10515600" cy="4351336"/>
          </a:xfrm>
          <a:prstGeom prst="rect">
            <a:avLst/>
          </a:prstGeom>
          <a:noFill/>
          <a:ln>
            <a:noFill/>
          </a:ln>
        </p:spPr>
        <p:txBody>
          <a:bodyPr vert="horz" wrap="square" lIns="91440" tIns="45720" rIns="91440" bIns="45720" anchor="t" anchorCtr="0" compatLnSpc="1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nl-NL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7261FA8-84F9-4A82-83A9-1B58DB1444B1}"/>
              </a:ext>
            </a:extLst>
          </p:cNvPr>
          <p:cNvSpPr txBox="1">
            <a:spLocks noGrp="1"/>
          </p:cNvSpPr>
          <p:nvPr>
            <p:ph type="dt" sz="half" idx="2"/>
          </p:nvPr>
        </p:nvSpPr>
        <p:spPr>
          <a:xfrm>
            <a:off x="838203" y="6356351"/>
            <a:ext cx="2743200" cy="365129"/>
          </a:xfrm>
          <a:prstGeom prst="rect">
            <a:avLst/>
          </a:prstGeom>
          <a:noFill/>
          <a:ln>
            <a:noFill/>
          </a:ln>
        </p:spPr>
        <p:txBody>
          <a:bodyPr vert="horz" wrap="square" lIns="91440" tIns="45720" rIns="91440" bIns="45720" anchor="ctr" anchorCtr="0" compatLnSpc="1">
            <a:noAutofit/>
          </a:bodyPr>
          <a:lstStyle>
            <a:lvl1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lang="nl-NL" sz="1200" b="0" i="0" u="none" strike="noStrike" kern="1200" cap="none" spc="0" baseline="0">
                <a:solidFill>
                  <a:srgbClr val="898989"/>
                </a:solidFill>
                <a:uFillTx/>
                <a:latin typeface="Calibri"/>
              </a:defRPr>
            </a:lvl1pPr>
          </a:lstStyle>
          <a:p>
            <a:pPr lvl="0"/>
            <a:fld id="{DE0E4D8D-E244-449F-9212-68A908B9804D}" type="datetime1">
              <a:rPr lang="nl-NL"/>
              <a:pPr lvl="0"/>
              <a:t>26-11-2025</a:t>
            </a:fld>
            <a:endParaRPr lang="nl-NL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FB1164B-4D3E-47FF-9D83-4CE4C2F377C1}"/>
              </a:ext>
            </a:extLst>
          </p:cNvPr>
          <p:cNvSpPr txBox="1">
            <a:spLocks noGrp="1"/>
          </p:cNvSpPr>
          <p:nvPr>
            <p:ph type="ftr" sz="quarter" idx="3"/>
          </p:nvPr>
        </p:nvSpPr>
        <p:spPr>
          <a:xfrm>
            <a:off x="4038603" y="6356351"/>
            <a:ext cx="4114800" cy="365129"/>
          </a:xfrm>
          <a:prstGeom prst="rect">
            <a:avLst/>
          </a:prstGeom>
          <a:noFill/>
          <a:ln>
            <a:noFill/>
          </a:ln>
        </p:spPr>
        <p:txBody>
          <a:bodyPr vert="horz" wrap="square" lIns="91440" tIns="45720" rIns="91440" bIns="45720" anchor="ctr" anchorCtr="1" compatLnSpc="1">
            <a:noAutofit/>
          </a:bodyPr>
          <a:lstStyle>
            <a:lvl1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lang="nl-NL" sz="1200" b="0" i="0" u="none" strike="noStrike" kern="1200" cap="none" spc="0" baseline="0">
                <a:solidFill>
                  <a:srgbClr val="898989"/>
                </a:solidFill>
                <a:uFillTx/>
                <a:latin typeface="Calibri"/>
              </a:defRPr>
            </a:lvl1pPr>
          </a:lstStyle>
          <a:p>
            <a:pPr lvl="0"/>
            <a:endParaRPr lang="nl-NL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0B06262-5438-4AEC-9B16-6B6798EF9E13}"/>
              </a:ext>
            </a:extLst>
          </p:cNvPr>
          <p:cNvSpPr txBox="1">
            <a:spLocks noGrp="1"/>
          </p:cNvSpPr>
          <p:nvPr>
            <p:ph type="sldNum" sz="quarter" idx="4"/>
          </p:nvPr>
        </p:nvSpPr>
        <p:spPr>
          <a:xfrm>
            <a:off x="8610603" y="6356351"/>
            <a:ext cx="2743200" cy="365129"/>
          </a:xfrm>
          <a:prstGeom prst="rect">
            <a:avLst/>
          </a:prstGeom>
          <a:noFill/>
          <a:ln>
            <a:noFill/>
          </a:ln>
        </p:spPr>
        <p:txBody>
          <a:bodyPr vert="horz" wrap="square" lIns="91440" tIns="45720" rIns="91440" bIns="45720" anchor="ctr" anchorCtr="0" compatLnSpc="1">
            <a:noAutofit/>
          </a:bodyPr>
          <a:lstStyle>
            <a:lvl1pPr marL="0" marR="0" lvl="0" indent="0" algn="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lang="nl-NL" sz="1200" b="0" i="0" u="none" strike="noStrike" kern="1200" cap="none" spc="0" baseline="0">
                <a:solidFill>
                  <a:srgbClr val="898989"/>
                </a:solidFill>
                <a:uFillTx/>
                <a:latin typeface="Calibri"/>
              </a:defRPr>
            </a:lvl1pPr>
          </a:lstStyle>
          <a:p>
            <a:pPr lvl="0"/>
            <a:fld id="{4DBC5E99-B3BD-4C40-9665-0BEAEA85E8D1}" type="slidenum">
              <a:t>‹#›</a:t>
            </a:fld>
            <a:endParaRPr lang="nl-NL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marL="0" marR="0" lvl="0" indent="0" algn="l" defTabSz="914400" rtl="0" fontAlgn="auto" hangingPunct="1">
        <a:lnSpc>
          <a:spcPct val="90000"/>
        </a:lnSpc>
        <a:spcBef>
          <a:spcPts val="0"/>
        </a:spcBef>
        <a:spcAft>
          <a:spcPts val="0"/>
        </a:spcAft>
        <a:buNone/>
        <a:tabLst/>
        <a:defRPr lang="en-US" sz="4400" b="0" i="0" u="none" strike="noStrike" kern="1200" cap="none" spc="0" baseline="0">
          <a:solidFill>
            <a:srgbClr val="000000"/>
          </a:solidFill>
          <a:uFillTx/>
          <a:latin typeface="Calibri Light"/>
        </a:defRPr>
      </a:lvl1pPr>
    </p:titleStyle>
    <p:bodyStyle>
      <a:lvl1pPr marL="228600" marR="0" lvl="0" indent="-228600" algn="l" defTabSz="914400" rtl="0" fontAlgn="auto" hangingPunct="1">
        <a:lnSpc>
          <a:spcPct val="90000"/>
        </a:lnSpc>
        <a:spcBef>
          <a:spcPts val="1000"/>
        </a:spcBef>
        <a:spcAft>
          <a:spcPts val="0"/>
        </a:spcAft>
        <a:buSzPct val="100000"/>
        <a:buFont typeface="Arial" pitchFamily="34"/>
        <a:buChar char="•"/>
        <a:tabLst/>
        <a:defRPr lang="en-US" sz="2800" b="0" i="0" u="none" strike="noStrike" kern="1200" cap="none" spc="0" baseline="0">
          <a:solidFill>
            <a:srgbClr val="000000"/>
          </a:solidFill>
          <a:uFillTx/>
          <a:latin typeface="Calibri"/>
        </a:defRPr>
      </a:lvl1pPr>
      <a:lvl2pPr marL="685800" marR="0" lvl="1" indent="-228600" algn="l" defTabSz="914400" rtl="0" fontAlgn="auto" hangingPunct="1">
        <a:lnSpc>
          <a:spcPct val="90000"/>
        </a:lnSpc>
        <a:spcBef>
          <a:spcPts val="500"/>
        </a:spcBef>
        <a:spcAft>
          <a:spcPts val="0"/>
        </a:spcAft>
        <a:buSzPct val="100000"/>
        <a:buFont typeface="Arial" pitchFamily="34"/>
        <a:buChar char="•"/>
        <a:tabLst/>
        <a:defRPr lang="en-US" sz="2400" b="0" i="0" u="none" strike="noStrike" kern="1200" cap="none" spc="0" baseline="0">
          <a:solidFill>
            <a:srgbClr val="000000"/>
          </a:solidFill>
          <a:uFillTx/>
          <a:latin typeface="Calibri"/>
        </a:defRPr>
      </a:lvl2pPr>
      <a:lvl3pPr marL="1143000" marR="0" lvl="2" indent="-228600" algn="l" defTabSz="914400" rtl="0" fontAlgn="auto" hangingPunct="1">
        <a:lnSpc>
          <a:spcPct val="90000"/>
        </a:lnSpc>
        <a:spcBef>
          <a:spcPts val="500"/>
        </a:spcBef>
        <a:spcAft>
          <a:spcPts val="0"/>
        </a:spcAft>
        <a:buSzPct val="100000"/>
        <a:buFont typeface="Arial" pitchFamily="34"/>
        <a:buChar char="•"/>
        <a:tabLst/>
        <a:defRPr lang="en-US" sz="2000" b="0" i="0" u="none" strike="noStrike" kern="1200" cap="none" spc="0" baseline="0">
          <a:solidFill>
            <a:srgbClr val="000000"/>
          </a:solidFill>
          <a:uFillTx/>
          <a:latin typeface="Calibri"/>
        </a:defRPr>
      </a:lvl3pPr>
      <a:lvl4pPr marL="1600200" marR="0" lvl="3" indent="-228600" algn="l" defTabSz="914400" rtl="0" fontAlgn="auto" hangingPunct="1">
        <a:lnSpc>
          <a:spcPct val="90000"/>
        </a:lnSpc>
        <a:spcBef>
          <a:spcPts val="500"/>
        </a:spcBef>
        <a:spcAft>
          <a:spcPts val="0"/>
        </a:spcAft>
        <a:buSzPct val="100000"/>
        <a:buFont typeface="Arial" pitchFamily="34"/>
        <a:buChar char="•"/>
        <a:tabLst/>
        <a:defRPr lang="en-US" sz="1800" b="0" i="0" u="none" strike="noStrike" kern="1200" cap="none" spc="0" baseline="0">
          <a:solidFill>
            <a:srgbClr val="000000"/>
          </a:solidFill>
          <a:uFillTx/>
          <a:latin typeface="Calibri"/>
        </a:defRPr>
      </a:lvl4pPr>
      <a:lvl5pPr marL="2057400" marR="0" lvl="4" indent="-228600" algn="l" defTabSz="914400" rtl="0" fontAlgn="auto" hangingPunct="1">
        <a:lnSpc>
          <a:spcPct val="90000"/>
        </a:lnSpc>
        <a:spcBef>
          <a:spcPts val="500"/>
        </a:spcBef>
        <a:spcAft>
          <a:spcPts val="0"/>
        </a:spcAft>
        <a:buSzPct val="100000"/>
        <a:buFont typeface="Arial" pitchFamily="34"/>
        <a:buChar char="•"/>
        <a:tabLst/>
        <a:defRPr lang="en-US" sz="1800" b="0" i="0" u="none" strike="noStrike" kern="1200" cap="none" spc="0" baseline="0">
          <a:solidFill>
            <a:srgbClr val="000000"/>
          </a:solidFill>
          <a:uFillTx/>
          <a:latin typeface="Calibri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nl-NL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nl-NL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nl-NL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F2786E2-A2AD-407F-A096-CEC047B7C616}" type="datetimeFigureOut">
              <a:rPr lang="nl-NL" smtClean="0"/>
              <a:t>26-11-2025</a:t>
            </a:fld>
            <a:endParaRPr lang="nl-NL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nl-NL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38C0E25B-CC98-43BD-90C5-DE2DB36ECBF3}" type="slidenum">
              <a:rPr lang="nl-NL" smtClean="0"/>
              <a:t>‹#›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124681534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nl-NL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3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3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3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3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3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3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5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3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2.xml"/></Relationships>
</file>

<file path=ppt/slides/_rels/slide3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2.xml"/></Relationships>
</file>

<file path=ppt/slides/_rels/slide3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2.xml"/></Relationships>
</file>

<file path=ppt/slides/_rels/slide3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.xml"/></Relationships>
</file>

<file path=ppt/slides/_rels/slide3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3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2.xml"/></Relationships>
</file>

<file path=ppt/slides/_rels/slide4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2.xml"/></Relationships>
</file>

<file path=ppt/slides/_rels/slide4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3.xml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2.xml"/></Relationships>
</file>

<file path=ppt/slides/_rels/slide4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2.xml"/></Relationships>
</file>

<file path=ppt/slides/_rels/slide4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2.xml"/></Relationships>
</file>

<file path=ppt/slides/_rels/slide4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2.xml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2.xml"/></Relationships>
</file>

<file path=ppt/slides/_rels/slide5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2.xml"/></Relationships>
</file>

<file path=ppt/slides/_rels/slide5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13.xml"/></Relationships>
</file>

<file path=ppt/slides/_rels/slide5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png"/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6.png"/></Relationships>
</file>

<file path=ppt/slides/_rels/slide5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7.png"/><Relationship Id="rId2" Type="http://schemas.openxmlformats.org/officeDocument/2006/relationships/image" Target="../media/image26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29.png"/><Relationship Id="rId4" Type="http://schemas.openxmlformats.org/officeDocument/2006/relationships/image" Target="../media/image28.png"/></Relationships>
</file>

<file path=ppt/slides/_rels/slide5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2.xml"/></Relationships>
</file>

<file path=ppt/slides/_rels/slide5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13.xml"/></Relationships>
</file>

<file path=ppt/slides/_rels/slide6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1.xml.rels><?xml version="1.0" encoding="UTF-8" standalone="yes"?>
<Relationships xmlns="http://schemas.openxmlformats.org/package/2006/relationships"><Relationship Id="rId2" Type="http://schemas.openxmlformats.org/officeDocument/2006/relationships/image" Target="../media/image30.png"/><Relationship Id="rId1" Type="http://schemas.openxmlformats.org/officeDocument/2006/relationships/slideLayout" Target="../slideLayouts/slideLayout2.xml"/></Relationships>
</file>

<file path=ppt/slides/_rels/slide6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2.xml"/></Relationships>
</file>

<file path=ppt/slides/_rels/slide6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13.xml"/></Relationships>
</file>

<file path=ppt/slides/_rels/slide6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13.xml"/></Relationships>
</file>

<file path=ppt/slides/_rels/slide6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1.png"/><Relationship Id="rId1" Type="http://schemas.openxmlformats.org/officeDocument/2006/relationships/slideLayout" Target="../slideLayouts/slideLayout2.xml"/></Relationships>
</file>

<file path=ppt/slides/_rels/slide68.xml.rels><?xml version="1.0" encoding="UTF-8" standalone="yes"?>
<Relationships xmlns="http://schemas.openxmlformats.org/package/2006/relationships"><Relationship Id="rId2" Type="http://schemas.openxmlformats.org/officeDocument/2006/relationships/image" Target="../media/image32.png"/><Relationship Id="rId1" Type="http://schemas.openxmlformats.org/officeDocument/2006/relationships/slideLayout" Target="../slideLayouts/slideLayout2.xml"/></Relationships>
</file>

<file path=ppt/slides/_rels/slide6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2.xml"/></Relationships>
</file>

<file path=ppt/slides/_rels/slide7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13.xml"/></Relationships>
</file>

<file path=ppt/slides/_rels/slide7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3.png"/><Relationship Id="rId1" Type="http://schemas.openxmlformats.org/officeDocument/2006/relationships/slideLayout" Target="../slideLayouts/slideLayout2.xml"/></Relationships>
</file>

<file path=ppt/slides/_rels/slide7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5.png"/><Relationship Id="rId2" Type="http://schemas.openxmlformats.org/officeDocument/2006/relationships/image" Target="../media/image34.png"/><Relationship Id="rId1" Type="http://schemas.openxmlformats.org/officeDocument/2006/relationships/slideLayout" Target="../slideLayouts/slideLayout2.xml"/></Relationships>
</file>

<file path=ppt/slides/_rels/slide7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2.xml"/></Relationships>
</file>

<file path=ppt/slides/_rels/slide7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13.xml"/></Relationships>
</file>

<file path=ppt/slides/_rels/slide7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6.png"/><Relationship Id="rId1" Type="http://schemas.openxmlformats.org/officeDocument/2006/relationships/slideLayout" Target="../slideLayouts/slideLayout2.xml"/></Relationships>
</file>

<file path=ppt/slides/_rels/slide7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8.png"/><Relationship Id="rId2" Type="http://schemas.openxmlformats.org/officeDocument/2006/relationships/image" Target="../media/image37.png"/><Relationship Id="rId1" Type="http://schemas.openxmlformats.org/officeDocument/2006/relationships/slideLayout" Target="../slideLayouts/slideLayout2.xml"/></Relationships>
</file>

<file path=ppt/slides/_rels/slide7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2.xml"/></Relationships>
</file>

<file path=ppt/slides/_rels/slide8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13.xml"/></Relationships>
</file>

<file path=ppt/slides/_rels/slide8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0.xml"/><Relationship Id="rId1" Type="http://schemas.openxmlformats.org/officeDocument/2006/relationships/slideLayout" Target="../slideLayouts/slideLayout13.xml"/></Relationships>
</file>

<file path=ppt/slides/_rels/slide8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9.png"/><Relationship Id="rId1" Type="http://schemas.openxmlformats.org/officeDocument/2006/relationships/slideLayout" Target="../slideLayouts/slideLayout5.xml"/></Relationships>
</file>

<file path=ppt/slides/_rels/slide83.xml.rels><?xml version="1.0" encoding="UTF-8" standalone="yes"?>
<Relationships xmlns="http://schemas.openxmlformats.org/package/2006/relationships"><Relationship Id="rId2" Type="http://schemas.openxmlformats.org/officeDocument/2006/relationships/image" Target="../media/image40.png"/><Relationship Id="rId1" Type="http://schemas.openxmlformats.org/officeDocument/2006/relationships/slideLayout" Target="../slideLayouts/slideLayout2.xml"/></Relationships>
</file>

<file path=ppt/slides/_rels/slide8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1.png"/><Relationship Id="rId1" Type="http://schemas.openxmlformats.org/officeDocument/2006/relationships/slideLayout" Target="../slideLayouts/slideLayout2.xml"/></Relationships>
</file>

<file path=ppt/slides/_rels/slide85.xml.rels><?xml version="1.0" encoding="UTF-8" standalone="yes"?>
<Relationships xmlns="http://schemas.openxmlformats.org/package/2006/relationships"><Relationship Id="rId2" Type="http://schemas.openxmlformats.org/officeDocument/2006/relationships/image" Target="../media/image42.png"/><Relationship Id="rId1" Type="http://schemas.openxmlformats.org/officeDocument/2006/relationships/slideLayout" Target="../slideLayouts/slideLayout2.xml"/></Relationships>
</file>

<file path=ppt/slides/_rels/slide86.xml.rels><?xml version="1.0" encoding="UTF-8" standalone="yes"?>
<Relationships xmlns="http://schemas.openxmlformats.org/package/2006/relationships"><Relationship Id="rId2" Type="http://schemas.openxmlformats.org/officeDocument/2006/relationships/image" Target="../media/image43.png"/><Relationship Id="rId1" Type="http://schemas.openxmlformats.org/officeDocument/2006/relationships/slideLayout" Target="../slideLayouts/slideLayout2.xml"/></Relationships>
</file>

<file path=ppt/slides/_rels/slide87.xml.rels><?xml version="1.0" encoding="UTF-8" standalone="yes"?>
<Relationships xmlns="http://schemas.openxmlformats.org/package/2006/relationships"><Relationship Id="rId3" Type="http://schemas.openxmlformats.org/officeDocument/2006/relationships/image" Target="../media/image45.png"/><Relationship Id="rId2" Type="http://schemas.openxmlformats.org/officeDocument/2006/relationships/image" Target="../media/image44.png"/><Relationship Id="rId1" Type="http://schemas.openxmlformats.org/officeDocument/2006/relationships/slideLayout" Target="../slideLayouts/slideLayout2.xml"/></Relationships>
</file>

<file path=ppt/slides/_rels/slide88.xml.rels><?xml version="1.0" encoding="UTF-8" standalone="yes"?>
<Relationships xmlns="http://schemas.openxmlformats.org/package/2006/relationships"><Relationship Id="rId2" Type="http://schemas.openxmlformats.org/officeDocument/2006/relationships/image" Target="../media/image46.png"/><Relationship Id="rId1" Type="http://schemas.openxmlformats.org/officeDocument/2006/relationships/slideLayout" Target="../slideLayouts/slideLayout2.xml"/></Relationships>
</file>

<file path=ppt/slides/_rels/slide89.xml.rels><?xml version="1.0" encoding="UTF-8" standalone="yes"?>
<Relationships xmlns="http://schemas.openxmlformats.org/package/2006/relationships"><Relationship Id="rId3" Type="http://schemas.openxmlformats.org/officeDocument/2006/relationships/image" Target="../media/image47.png"/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2.xml"/></Relationships>
</file>

<file path=ppt/slides/_rels/slide90.xml.rels><?xml version="1.0" encoding="UTF-8" standalone="yes"?>
<Relationships xmlns="http://schemas.openxmlformats.org/package/2006/relationships"><Relationship Id="rId3" Type="http://schemas.openxmlformats.org/officeDocument/2006/relationships/image" Target="../media/image49.png"/><Relationship Id="rId2" Type="http://schemas.openxmlformats.org/officeDocument/2006/relationships/image" Target="../media/image48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50.png"/></Relationships>
</file>

<file path=ppt/slides/_rels/slide9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1.xml"/><Relationship Id="rId1" Type="http://schemas.openxmlformats.org/officeDocument/2006/relationships/slideLayout" Target="../slideLayouts/slideLayout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1"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7532561-CC9F-407D-A82A-1FEEEE54E4D0}"/>
              </a:ext>
            </a:extLst>
          </p:cNvPr>
          <p:cNvSpPr txBox="1">
            <a:spLocks noGrp="1"/>
          </p:cNvSpPr>
          <p:nvPr>
            <p:ph type="ctrTitle"/>
          </p:nvPr>
        </p:nvSpPr>
        <p:spPr>
          <a:xfrm>
            <a:off x="1524003" y="251103"/>
            <a:ext cx="9144000" cy="1750225"/>
          </a:xfrm>
        </p:spPr>
        <p:txBody>
          <a:bodyPr/>
          <a:lstStyle/>
          <a:p>
            <a:pPr lvl="0"/>
            <a:r>
              <a:rPr lang="nl-NL">
                <a:solidFill>
                  <a:srgbClr val="00FF00"/>
                </a:solidFill>
                <a:latin typeface="Courier New" pitchFamily="49"/>
                <a:cs typeface="Courier New" pitchFamily="49"/>
              </a:rPr>
              <a:t>No API? No problem!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489EE25E-72AE-4F4B-913A-775AFD86E6E8}"/>
              </a:ext>
            </a:extLst>
          </p:cNvPr>
          <p:cNvSpPr txBox="1">
            <a:spLocks noGrp="1"/>
          </p:cNvSpPr>
          <p:nvPr>
            <p:ph type="subTitle" idx="1"/>
          </p:nvPr>
        </p:nvSpPr>
        <p:spPr>
          <a:xfrm>
            <a:off x="238128" y="2165235"/>
            <a:ext cx="11706221" cy="4692765"/>
          </a:xfrm>
        </p:spPr>
        <p:txBody>
          <a:bodyPr anchorCtr="0">
            <a:normAutofit lnSpcReduction="10000"/>
          </a:bodyPr>
          <a:lstStyle/>
          <a:p>
            <a:pPr lvl="0"/>
            <a:r>
              <a:rPr lang="nl-NL">
                <a:solidFill>
                  <a:srgbClr val="00FF00"/>
                </a:solidFill>
                <a:latin typeface="Courier New" pitchFamily="49"/>
                <a:cs typeface="Courier New" pitchFamily="49"/>
              </a:rPr>
              <a:t>API mocking with WireMock</a:t>
            </a:r>
          </a:p>
          <a:p>
            <a:pPr lvl="0" algn="r"/>
            <a:endParaRPr lang="nl-NL">
              <a:solidFill>
                <a:srgbClr val="00FF00"/>
              </a:solidFill>
              <a:latin typeface="Courier New" pitchFamily="49"/>
              <a:cs typeface="Courier New" pitchFamily="49"/>
            </a:endParaRPr>
          </a:p>
          <a:p>
            <a:pPr lvl="0"/>
            <a:endParaRPr lang="nl-NL">
              <a:solidFill>
                <a:srgbClr val="00FF00"/>
              </a:solidFill>
              <a:latin typeface="Courier New" pitchFamily="49"/>
              <a:cs typeface="Courier New" pitchFamily="49"/>
            </a:endParaRPr>
          </a:p>
          <a:p>
            <a:pPr lvl="0"/>
            <a:r>
              <a:rPr lang="nl-NL">
                <a:solidFill>
                  <a:srgbClr val="00FF00"/>
                </a:solidFill>
                <a:latin typeface="Courier New" pitchFamily="49"/>
                <a:cs typeface="Courier New" pitchFamily="49"/>
              </a:rPr>
              <a:t>An open source workshop by …</a:t>
            </a:r>
          </a:p>
          <a:p>
            <a:pPr lvl="0" algn="r"/>
            <a:endParaRPr lang="nl-NL">
              <a:solidFill>
                <a:srgbClr val="00FF00"/>
              </a:solidFill>
              <a:latin typeface="Courier New" pitchFamily="49"/>
              <a:cs typeface="Courier New" pitchFamily="49"/>
            </a:endParaRPr>
          </a:p>
          <a:p>
            <a:pPr lvl="0" algn="r"/>
            <a:endParaRPr lang="nl-NL">
              <a:solidFill>
                <a:srgbClr val="00FF00"/>
              </a:solidFill>
              <a:latin typeface="Courier New" pitchFamily="49"/>
              <a:cs typeface="Courier New" pitchFamily="49"/>
            </a:endParaRPr>
          </a:p>
          <a:p>
            <a:pPr lvl="0" algn="r"/>
            <a:endParaRPr lang="nl-NL">
              <a:solidFill>
                <a:srgbClr val="00FF00"/>
              </a:solidFill>
              <a:latin typeface="Courier New" pitchFamily="49"/>
              <a:cs typeface="Courier New" pitchFamily="49"/>
            </a:endParaRPr>
          </a:p>
          <a:p>
            <a:pPr lvl="0" algn="r"/>
            <a:endParaRPr lang="nl-NL" sz="3600">
              <a:solidFill>
                <a:srgbClr val="00FF00"/>
              </a:solidFill>
              <a:latin typeface="Courier New" pitchFamily="49"/>
              <a:cs typeface="Courier New" pitchFamily="49"/>
            </a:endParaRPr>
          </a:p>
          <a:p>
            <a:pPr lvl="0" algn="r"/>
            <a:endParaRPr lang="nl-NL" sz="3600">
              <a:solidFill>
                <a:srgbClr val="00FF00"/>
              </a:solidFill>
              <a:latin typeface="Courier New" pitchFamily="49"/>
              <a:cs typeface="Courier New" pitchFamily="49"/>
            </a:endParaRPr>
          </a:p>
          <a:p>
            <a:pPr lvl="0" algn="r"/>
            <a:r>
              <a:rPr lang="nl-NL" sz="1300">
                <a:solidFill>
                  <a:srgbClr val="00FF00"/>
                </a:solidFill>
                <a:latin typeface="Courier New" pitchFamily="49"/>
                <a:cs typeface="Courier New" pitchFamily="49"/>
              </a:rPr>
              <a:t>Originally created by Bas Dijkstra – bas@ontestautomation.com – https://www.ontestautomation.com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40"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6CDD688-895F-4E7F-ADF3-9F4A188DF69A}"/>
              </a:ext>
            </a:extLst>
          </p:cNvPr>
          <p:cNvSpPr txBox="1">
            <a:spLocks noGrp="1"/>
          </p:cNvSpPr>
          <p:nvPr>
            <p:ph type="title"/>
          </p:nvPr>
        </p:nvSpPr>
        <p:spPr/>
        <p:txBody>
          <a:bodyPr/>
          <a:lstStyle/>
          <a:p>
            <a:pPr lvl="0"/>
            <a:r>
              <a:rPr lang="nl-NL">
                <a:solidFill>
                  <a:srgbClr val="00FF00"/>
                </a:solidFill>
                <a:latin typeface="Courier New" pitchFamily="49"/>
                <a:cs typeface="Courier New" pitchFamily="49"/>
              </a:rPr>
              <a:t>What are we going to do?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06677D9-A65F-4992-A35D-6AE97DA49BB9}"/>
              </a:ext>
            </a:extLst>
          </p:cNvPr>
          <p:cNvSpPr txBox="1">
            <a:spLocks noGrp="1"/>
          </p:cNvSpPr>
          <p:nvPr>
            <p:ph idx="1"/>
          </p:nvPr>
        </p:nvSpPr>
        <p:spPr/>
        <p:txBody>
          <a:bodyPr/>
          <a:lstStyle/>
          <a:p>
            <a:pPr lvl="0">
              <a:buFont typeface="Courier New" pitchFamily="49"/>
              <a:buChar char="_"/>
            </a:pPr>
            <a:r>
              <a:rPr lang="nl-NL">
                <a:solidFill>
                  <a:srgbClr val="00FF00"/>
                </a:solidFill>
                <a:latin typeface="Courier New" pitchFamily="49"/>
                <a:cs typeface="Courier New" pitchFamily="49"/>
              </a:rPr>
              <a:t>Stubbing, mocking and service virtualization</a:t>
            </a:r>
          </a:p>
          <a:p>
            <a:pPr lvl="0">
              <a:buFont typeface="Courier New" pitchFamily="49"/>
              <a:buChar char="_"/>
            </a:pPr>
            <a:endParaRPr lang="nl-NL">
              <a:solidFill>
                <a:srgbClr val="00FF00"/>
              </a:solidFill>
              <a:latin typeface="Courier New" pitchFamily="49"/>
              <a:cs typeface="Courier New" pitchFamily="49"/>
            </a:endParaRPr>
          </a:p>
          <a:p>
            <a:pPr lvl="0">
              <a:buFont typeface="Courier New" pitchFamily="49"/>
              <a:buChar char="_"/>
            </a:pPr>
            <a:r>
              <a:rPr lang="nl-NL">
                <a:solidFill>
                  <a:srgbClr val="00FF00"/>
                </a:solidFill>
                <a:latin typeface="Courier New" pitchFamily="49"/>
                <a:cs typeface="Courier New" pitchFamily="49"/>
              </a:rPr>
              <a:t>WireMock</a:t>
            </a:r>
          </a:p>
          <a:p>
            <a:pPr lvl="0">
              <a:buFont typeface="Courier New" pitchFamily="49"/>
              <a:buChar char="_"/>
            </a:pPr>
            <a:endParaRPr lang="nl-NL">
              <a:solidFill>
                <a:srgbClr val="00FF00"/>
              </a:solidFill>
              <a:latin typeface="Courier New" pitchFamily="49"/>
              <a:cs typeface="Courier New" pitchFamily="49"/>
            </a:endParaRPr>
          </a:p>
          <a:p>
            <a:pPr lvl="0">
              <a:buFont typeface="Courier New" pitchFamily="49"/>
              <a:buChar char="_"/>
            </a:pPr>
            <a:r>
              <a:rPr lang="nl-NL">
                <a:solidFill>
                  <a:srgbClr val="00FF00"/>
                </a:solidFill>
                <a:latin typeface="Courier New" pitchFamily="49"/>
                <a:cs typeface="Courier New" pitchFamily="49"/>
              </a:rPr>
              <a:t>Exercises, examples, …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3"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0708823-1D64-4C3C-B5F9-1653D00E331F}"/>
              </a:ext>
            </a:extLst>
          </p:cNvPr>
          <p:cNvSpPr txBox="1">
            <a:spLocks noGrp="1"/>
          </p:cNvSpPr>
          <p:nvPr>
            <p:ph type="title"/>
          </p:nvPr>
        </p:nvSpPr>
        <p:spPr/>
        <p:txBody>
          <a:bodyPr/>
          <a:lstStyle/>
          <a:p>
            <a:pPr lvl="0"/>
            <a:r>
              <a:rPr lang="nl-NL">
                <a:solidFill>
                  <a:srgbClr val="00FF00"/>
                </a:solidFill>
                <a:latin typeface="Courier New" pitchFamily="49"/>
                <a:cs typeface="Courier New" pitchFamily="49"/>
              </a:rPr>
              <a:t>Preparation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5F2B4C2-DBC2-4A1D-920A-904BDED0A5F8}"/>
              </a:ext>
            </a:extLst>
          </p:cNvPr>
          <p:cNvSpPr txBox="1">
            <a:spLocks noGrp="1"/>
          </p:cNvSpPr>
          <p:nvPr>
            <p:ph idx="1"/>
          </p:nvPr>
        </p:nvSpPr>
        <p:spPr/>
        <p:txBody>
          <a:bodyPr/>
          <a:lstStyle/>
          <a:p>
            <a:pPr lvl="0">
              <a:buFont typeface="Courier New" pitchFamily="49"/>
              <a:buChar char="_"/>
            </a:pPr>
            <a:r>
              <a:rPr lang="nl-NL">
                <a:solidFill>
                  <a:srgbClr val="00FF00"/>
                </a:solidFill>
                <a:latin typeface="Courier New" pitchFamily="49"/>
                <a:cs typeface="Courier New" pitchFamily="49"/>
              </a:rPr>
              <a:t>Install JDK (Java 17 or newer)</a:t>
            </a:r>
          </a:p>
          <a:p>
            <a:pPr lvl="0">
              <a:buFont typeface="Courier New" pitchFamily="49"/>
              <a:buChar char="_"/>
            </a:pPr>
            <a:endParaRPr lang="nl-NL">
              <a:solidFill>
                <a:srgbClr val="00FF00"/>
              </a:solidFill>
              <a:latin typeface="Courier New" pitchFamily="49"/>
              <a:cs typeface="Courier New" pitchFamily="49"/>
            </a:endParaRPr>
          </a:p>
          <a:p>
            <a:pPr lvl="0">
              <a:buFont typeface="Courier New" pitchFamily="49"/>
              <a:buChar char="_"/>
            </a:pPr>
            <a:r>
              <a:rPr lang="nl-NL">
                <a:solidFill>
                  <a:srgbClr val="00FF00"/>
                </a:solidFill>
                <a:latin typeface="Courier New" pitchFamily="49"/>
                <a:cs typeface="Courier New" pitchFamily="49"/>
              </a:rPr>
              <a:t>Install </a:t>
            </a:r>
            <a:r>
              <a:rPr lang="nl-NL" dirty="0" err="1">
                <a:solidFill>
                  <a:srgbClr val="00FF00"/>
                </a:solidFill>
                <a:latin typeface="Courier New" pitchFamily="49"/>
                <a:cs typeface="Courier New" pitchFamily="49"/>
              </a:rPr>
              <a:t>IntelliJ</a:t>
            </a:r>
            <a:r>
              <a:rPr lang="nl-NL" dirty="0">
                <a:solidFill>
                  <a:srgbClr val="00FF00"/>
                </a:solidFill>
                <a:latin typeface="Courier New" pitchFamily="49"/>
                <a:cs typeface="Courier New" pitchFamily="49"/>
              </a:rPr>
              <a:t> IDEA (or </a:t>
            </a:r>
            <a:r>
              <a:rPr lang="nl-NL" dirty="0" err="1">
                <a:solidFill>
                  <a:srgbClr val="00FF00"/>
                </a:solidFill>
                <a:latin typeface="Courier New" pitchFamily="49"/>
                <a:cs typeface="Courier New" pitchFamily="49"/>
              </a:rPr>
              <a:t>any</a:t>
            </a:r>
            <a:r>
              <a:rPr lang="nl-NL" dirty="0">
                <a:solidFill>
                  <a:srgbClr val="00FF00"/>
                </a:solidFill>
                <a:latin typeface="Courier New" pitchFamily="49"/>
                <a:cs typeface="Courier New" pitchFamily="49"/>
              </a:rPr>
              <a:t> </a:t>
            </a:r>
            <a:r>
              <a:rPr lang="nl-NL" dirty="0" err="1">
                <a:solidFill>
                  <a:srgbClr val="00FF00"/>
                </a:solidFill>
                <a:latin typeface="Courier New" pitchFamily="49"/>
                <a:cs typeface="Courier New" pitchFamily="49"/>
              </a:rPr>
              <a:t>other</a:t>
            </a:r>
            <a:r>
              <a:rPr lang="nl-NL" dirty="0">
                <a:solidFill>
                  <a:srgbClr val="00FF00"/>
                </a:solidFill>
                <a:latin typeface="Courier New" pitchFamily="49"/>
                <a:cs typeface="Courier New" pitchFamily="49"/>
              </a:rPr>
              <a:t> IDE)</a:t>
            </a:r>
          </a:p>
          <a:p>
            <a:pPr lvl="0">
              <a:buFont typeface="Courier New" pitchFamily="49"/>
              <a:buChar char="_"/>
            </a:pPr>
            <a:endParaRPr lang="nl-NL" dirty="0">
              <a:solidFill>
                <a:srgbClr val="00FF00"/>
              </a:solidFill>
              <a:latin typeface="Courier New" pitchFamily="49"/>
              <a:cs typeface="Courier New" pitchFamily="49"/>
            </a:endParaRPr>
          </a:p>
          <a:p>
            <a:pPr lvl="0">
              <a:buFont typeface="Courier New" pitchFamily="49"/>
              <a:buChar char="_"/>
            </a:pPr>
            <a:r>
              <a:rPr lang="nl-NL" dirty="0">
                <a:solidFill>
                  <a:srgbClr val="00FF00"/>
                </a:solidFill>
                <a:latin typeface="Courier New" pitchFamily="49"/>
                <a:cs typeface="Courier New" pitchFamily="49"/>
              </a:rPr>
              <a:t>Download or </a:t>
            </a:r>
            <a:r>
              <a:rPr lang="nl-NL" dirty="0" err="1">
                <a:solidFill>
                  <a:srgbClr val="00FF00"/>
                </a:solidFill>
                <a:latin typeface="Courier New" pitchFamily="49"/>
                <a:cs typeface="Courier New" pitchFamily="49"/>
              </a:rPr>
              <a:t>clone</a:t>
            </a:r>
            <a:r>
              <a:rPr lang="nl-NL" dirty="0">
                <a:solidFill>
                  <a:srgbClr val="00FF00"/>
                </a:solidFill>
                <a:latin typeface="Courier New" pitchFamily="49"/>
                <a:cs typeface="Courier New" pitchFamily="49"/>
              </a:rPr>
              <a:t> project</a:t>
            </a:r>
          </a:p>
          <a:p>
            <a:pPr lvl="0">
              <a:buFont typeface="Courier New" pitchFamily="49"/>
              <a:buChar char="_"/>
            </a:pPr>
            <a:endParaRPr lang="nl-NL" dirty="0">
              <a:solidFill>
                <a:srgbClr val="00FF00"/>
              </a:solidFill>
              <a:latin typeface="Courier New" pitchFamily="49"/>
              <a:cs typeface="Courier New" pitchFamily="49"/>
            </a:endParaRPr>
          </a:p>
          <a:p>
            <a:pPr lvl="0">
              <a:buFont typeface="Courier New" pitchFamily="49"/>
              <a:buChar char="_"/>
            </a:pPr>
            <a:r>
              <a:rPr lang="nl-NL" dirty="0">
                <a:solidFill>
                  <a:srgbClr val="00FF00"/>
                </a:solidFill>
                <a:latin typeface="Courier New" pitchFamily="49"/>
                <a:cs typeface="Courier New" pitchFamily="49"/>
              </a:rPr>
              <a:t>Import </a:t>
            </a:r>
            <a:r>
              <a:rPr lang="nl-NL" dirty="0" err="1">
                <a:solidFill>
                  <a:srgbClr val="00FF00"/>
                </a:solidFill>
                <a:latin typeface="Courier New" pitchFamily="49"/>
                <a:cs typeface="Courier New" pitchFamily="49"/>
              </a:rPr>
              <a:t>Maven</a:t>
            </a:r>
            <a:r>
              <a:rPr lang="nl-NL" dirty="0">
                <a:solidFill>
                  <a:srgbClr val="00FF00"/>
                </a:solidFill>
                <a:latin typeface="Courier New" pitchFamily="49"/>
                <a:cs typeface="Courier New" pitchFamily="49"/>
              </a:rPr>
              <a:t> project in IDE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" y="2267636"/>
            <a:ext cx="12191998" cy="2369662"/>
          </a:xfrm>
        </p:spPr>
        <p:txBody>
          <a:bodyPr>
            <a:noAutofit/>
          </a:bodyPr>
          <a:lstStyle/>
          <a:p>
            <a:pPr algn="ctr"/>
            <a:r>
              <a:rPr lang="nl-NL" sz="6500">
                <a:solidFill>
                  <a:srgbClr val="00FF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Section 0:</a:t>
            </a:r>
            <a:br>
              <a:rPr lang="nl-NL" sz="6500">
                <a:solidFill>
                  <a:srgbClr val="00FF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br>
              <a:rPr lang="nl-NL" sz="6500">
                <a:solidFill>
                  <a:srgbClr val="00FF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nl-NL" sz="6500">
                <a:solidFill>
                  <a:srgbClr val="00FF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An introduction to service virtualization</a:t>
            </a:r>
            <a:endParaRPr lang="nl-NL" sz="6500" dirty="0">
              <a:solidFill>
                <a:srgbClr val="00FF00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849908577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7"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3A296E2-8487-40E4-9D62-6C96BEBB50CF}"/>
              </a:ext>
            </a:extLst>
          </p:cNvPr>
          <p:cNvSpPr txBox="1">
            <a:spLocks noGrp="1"/>
          </p:cNvSpPr>
          <p:nvPr>
            <p:ph type="title"/>
          </p:nvPr>
        </p:nvSpPr>
        <p:spPr/>
        <p:txBody>
          <a:bodyPr/>
          <a:lstStyle/>
          <a:p>
            <a:pPr lvl="0"/>
            <a:r>
              <a:rPr lang="nl-NL">
                <a:solidFill>
                  <a:srgbClr val="00FF00"/>
                </a:solidFill>
                <a:latin typeface="Courier New" pitchFamily="49"/>
                <a:cs typeface="Courier New" pitchFamily="49"/>
              </a:rPr>
              <a:t>Problems in test environments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249E915-0873-4C45-93B5-1E565DD14674}"/>
              </a:ext>
            </a:extLst>
          </p:cNvPr>
          <p:cNvSpPr txBox="1">
            <a:spLocks noGrp="1"/>
          </p:cNvSpPr>
          <p:nvPr>
            <p:ph idx="1"/>
          </p:nvPr>
        </p:nvSpPr>
        <p:spPr>
          <a:xfrm>
            <a:off x="838203" y="1825627"/>
            <a:ext cx="11143893" cy="4351336"/>
          </a:xfrm>
        </p:spPr>
        <p:txBody>
          <a:bodyPr/>
          <a:lstStyle/>
          <a:p>
            <a:pPr lvl="0">
              <a:buFont typeface="Courier New" pitchFamily="49"/>
              <a:buChar char="_"/>
            </a:pPr>
            <a:r>
              <a:rPr lang="nl-NL">
                <a:solidFill>
                  <a:srgbClr val="00FF00"/>
                </a:solidFill>
                <a:latin typeface="Courier New" pitchFamily="49"/>
                <a:cs typeface="Courier New" pitchFamily="49"/>
              </a:rPr>
              <a:t>Systems are constructed out of of many different components</a:t>
            </a:r>
          </a:p>
          <a:p>
            <a:pPr lvl="0">
              <a:buFont typeface="Courier New" pitchFamily="49"/>
              <a:buChar char="_"/>
            </a:pPr>
            <a:endParaRPr lang="nl-NL">
              <a:solidFill>
                <a:srgbClr val="00FF00"/>
              </a:solidFill>
              <a:latin typeface="Courier New" pitchFamily="49"/>
              <a:cs typeface="Courier New" pitchFamily="49"/>
            </a:endParaRPr>
          </a:p>
          <a:p>
            <a:pPr lvl="0">
              <a:buFont typeface="Courier New" pitchFamily="49"/>
              <a:buChar char="_"/>
            </a:pPr>
            <a:r>
              <a:rPr lang="nl-NL">
                <a:solidFill>
                  <a:srgbClr val="00FF00"/>
                </a:solidFill>
                <a:latin typeface="Courier New" pitchFamily="49"/>
                <a:cs typeface="Courier New" pitchFamily="49"/>
              </a:rPr>
              <a:t>Not all of these components are always available for testing </a:t>
            </a:r>
          </a:p>
          <a:p>
            <a:pPr lvl="1">
              <a:buFont typeface="Courier New" pitchFamily="49"/>
              <a:buChar char="_"/>
            </a:pPr>
            <a:r>
              <a:rPr lang="nl-NL">
                <a:solidFill>
                  <a:srgbClr val="00FF00"/>
                </a:solidFill>
                <a:latin typeface="Courier New" pitchFamily="49"/>
                <a:cs typeface="Courier New" pitchFamily="49"/>
              </a:rPr>
              <a:t>Parallel development</a:t>
            </a:r>
          </a:p>
          <a:p>
            <a:pPr lvl="1">
              <a:buFont typeface="Courier New" pitchFamily="49"/>
              <a:buChar char="_"/>
            </a:pPr>
            <a:r>
              <a:rPr lang="nl-NL">
                <a:solidFill>
                  <a:srgbClr val="00FF00"/>
                </a:solidFill>
                <a:latin typeface="Courier New" pitchFamily="49"/>
                <a:cs typeface="Courier New" pitchFamily="49"/>
              </a:rPr>
              <a:t>No control over test data</a:t>
            </a:r>
          </a:p>
          <a:p>
            <a:pPr lvl="1">
              <a:buFont typeface="Courier New" pitchFamily="49"/>
              <a:buChar char="_"/>
            </a:pPr>
            <a:r>
              <a:rPr lang="nl-NL">
                <a:solidFill>
                  <a:srgbClr val="00FF00"/>
                </a:solidFill>
                <a:latin typeface="Courier New" pitchFamily="49"/>
                <a:cs typeface="Courier New" pitchFamily="49"/>
              </a:rPr>
              <a:t>Fees required for using third party components</a:t>
            </a:r>
          </a:p>
          <a:p>
            <a:pPr lvl="1">
              <a:buFont typeface="Courier New" pitchFamily="49"/>
              <a:buChar char="_"/>
            </a:pPr>
            <a:r>
              <a:rPr lang="nl-NL">
                <a:solidFill>
                  <a:srgbClr val="00FF00"/>
                </a:solidFill>
                <a:latin typeface="Courier New" pitchFamily="49"/>
                <a:cs typeface="Courier New" pitchFamily="49"/>
              </a:rPr>
              <a:t>…</a:t>
            </a:r>
          </a:p>
          <a:p>
            <a:pPr lvl="0">
              <a:buFont typeface="Courier New" pitchFamily="49"/>
              <a:buChar char="_"/>
            </a:pPr>
            <a:endParaRPr lang="nl-NL">
              <a:solidFill>
                <a:srgbClr val="00FF00"/>
              </a:solidFill>
              <a:latin typeface="Courier New" pitchFamily="49"/>
              <a:cs typeface="Courier New" pitchFamily="49"/>
            </a:endParaRPr>
          </a:p>
          <a:p>
            <a:pPr lvl="0">
              <a:buFont typeface="Courier New" pitchFamily="49"/>
              <a:buChar char="_"/>
            </a:pPr>
            <a:endParaRPr lang="nl-NL">
              <a:solidFill>
                <a:srgbClr val="00FF00"/>
              </a:solidFill>
              <a:latin typeface="Courier New" pitchFamily="49"/>
              <a:cs typeface="Courier New" pitchFamily="49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78"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912BB3A-CA49-482E-8AC5-1B2F0889E885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838203" y="335758"/>
            <a:ext cx="10515600" cy="1325559"/>
          </a:xfrm>
        </p:spPr>
        <p:txBody>
          <a:bodyPr/>
          <a:lstStyle/>
          <a:p>
            <a:pPr lvl="0"/>
            <a:r>
              <a:rPr lang="nl-NL">
                <a:solidFill>
                  <a:srgbClr val="00FF00"/>
                </a:solidFill>
                <a:latin typeface="Courier New" pitchFamily="49"/>
                <a:cs typeface="Courier New" pitchFamily="49"/>
              </a:rPr>
              <a:t>Problems in test environments</a:t>
            </a:r>
          </a:p>
        </p:txBody>
      </p:sp>
      <p:sp>
        <p:nvSpPr>
          <p:cNvPr id="3" name="Rectangle 7">
            <a:extLst>
              <a:ext uri="{FF2B5EF4-FFF2-40B4-BE49-F238E27FC236}">
                <a16:creationId xmlns:a16="http://schemas.microsoft.com/office/drawing/2014/main" id="{3C965C94-E1E6-4D5B-A1BF-87021CAAF995}"/>
              </a:ext>
            </a:extLst>
          </p:cNvPr>
          <p:cNvSpPr/>
          <p:nvPr/>
        </p:nvSpPr>
        <p:spPr>
          <a:xfrm>
            <a:off x="4602952" y="3793946"/>
            <a:ext cx="2986092" cy="571500"/>
          </a:xfrm>
          <a:prstGeom prst="rect">
            <a:avLst/>
          </a:prstGeom>
          <a:solidFill>
            <a:srgbClr val="00FF00"/>
          </a:solidFill>
          <a:ln w="38103" cap="flat">
            <a:solidFill>
              <a:srgbClr val="00FF00"/>
            </a:solidFill>
            <a:prstDash val="solid"/>
            <a:miter/>
          </a:ln>
        </p:spPr>
        <p:txBody>
          <a:bodyPr vert="horz" wrap="square" lIns="91440" tIns="45720" rIns="91440" bIns="4572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nl-NL" sz="2000" b="1" i="0" u="none" strike="noStrike" kern="1200" cap="none" spc="0" baseline="0">
                <a:solidFill>
                  <a:srgbClr val="000000"/>
                </a:solidFill>
                <a:uFillTx/>
                <a:latin typeface="Courier New" pitchFamily="49"/>
                <a:cs typeface="Courier New" pitchFamily="49"/>
              </a:rPr>
              <a:t>System under test</a:t>
            </a:r>
          </a:p>
        </p:txBody>
      </p:sp>
      <p:sp>
        <p:nvSpPr>
          <p:cNvPr id="4" name="Rectangle 8">
            <a:extLst>
              <a:ext uri="{FF2B5EF4-FFF2-40B4-BE49-F238E27FC236}">
                <a16:creationId xmlns:a16="http://schemas.microsoft.com/office/drawing/2014/main" id="{0EDB0996-B717-46DF-9EB6-290849224114}"/>
              </a:ext>
            </a:extLst>
          </p:cNvPr>
          <p:cNvSpPr/>
          <p:nvPr/>
        </p:nvSpPr>
        <p:spPr>
          <a:xfrm>
            <a:off x="7879558" y="5573514"/>
            <a:ext cx="2143125" cy="981078"/>
          </a:xfrm>
          <a:prstGeom prst="rect">
            <a:avLst/>
          </a:prstGeom>
          <a:noFill/>
          <a:ln w="38103" cap="flat">
            <a:solidFill>
              <a:srgbClr val="00FF00"/>
            </a:solidFill>
            <a:prstDash val="solid"/>
            <a:miter/>
          </a:ln>
        </p:spPr>
        <p:txBody>
          <a:bodyPr vert="horz" wrap="square" lIns="91440" tIns="45720" rIns="91440" bIns="4572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nl-NL" sz="2000" b="0" i="0" u="none" strike="noStrike" kern="1200" cap="none" spc="0" baseline="0">
                <a:solidFill>
                  <a:srgbClr val="00FF00"/>
                </a:solidFill>
                <a:uFillTx/>
                <a:latin typeface="Courier New" pitchFamily="49"/>
                <a:cs typeface="Courier New" pitchFamily="49"/>
              </a:rPr>
              <a:t>Mainframe</a:t>
            </a:r>
          </a:p>
        </p:txBody>
      </p:sp>
      <p:sp>
        <p:nvSpPr>
          <p:cNvPr id="5" name="Rectangle 10">
            <a:extLst>
              <a:ext uri="{FF2B5EF4-FFF2-40B4-BE49-F238E27FC236}">
                <a16:creationId xmlns:a16="http://schemas.microsoft.com/office/drawing/2014/main" id="{F5DA3473-B140-428B-98BF-C5D0F868A714}"/>
              </a:ext>
            </a:extLst>
          </p:cNvPr>
          <p:cNvSpPr/>
          <p:nvPr/>
        </p:nvSpPr>
        <p:spPr>
          <a:xfrm>
            <a:off x="7879558" y="1523408"/>
            <a:ext cx="2143125" cy="981078"/>
          </a:xfrm>
          <a:prstGeom prst="rect">
            <a:avLst/>
          </a:prstGeom>
          <a:noFill/>
          <a:ln w="38103" cap="flat">
            <a:solidFill>
              <a:srgbClr val="00FF00"/>
            </a:solidFill>
            <a:prstDash val="solid"/>
            <a:miter/>
          </a:ln>
        </p:spPr>
        <p:txBody>
          <a:bodyPr vert="horz" wrap="square" lIns="91440" tIns="45720" rIns="91440" bIns="4572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nl-NL" sz="2000" b="0" i="0" u="none" strike="noStrike" kern="1200" cap="none" spc="0" baseline="0">
                <a:solidFill>
                  <a:srgbClr val="00FF00"/>
                </a:solidFill>
                <a:uFillTx/>
                <a:latin typeface="Courier New" pitchFamily="49"/>
                <a:cs typeface="Courier New" pitchFamily="49"/>
              </a:rPr>
              <a:t>SaaS dependency</a:t>
            </a:r>
          </a:p>
        </p:txBody>
      </p:sp>
      <p:sp>
        <p:nvSpPr>
          <p:cNvPr id="6" name="Rectangle 11">
            <a:extLst>
              <a:ext uri="{FF2B5EF4-FFF2-40B4-BE49-F238E27FC236}">
                <a16:creationId xmlns:a16="http://schemas.microsoft.com/office/drawing/2014/main" id="{1B7051F9-F329-4E30-9478-8FE8DC6C66F7}"/>
              </a:ext>
            </a:extLst>
          </p:cNvPr>
          <p:cNvSpPr/>
          <p:nvPr/>
        </p:nvSpPr>
        <p:spPr>
          <a:xfrm>
            <a:off x="2168124" y="5591967"/>
            <a:ext cx="2143125" cy="981078"/>
          </a:xfrm>
          <a:prstGeom prst="rect">
            <a:avLst/>
          </a:prstGeom>
          <a:noFill/>
          <a:ln w="38103" cap="flat">
            <a:solidFill>
              <a:srgbClr val="00FF00"/>
            </a:solidFill>
            <a:prstDash val="solid"/>
            <a:miter/>
          </a:ln>
        </p:spPr>
        <p:txBody>
          <a:bodyPr vert="horz" wrap="square" lIns="91440" tIns="45720" rIns="91440" bIns="4572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nl-NL" sz="2000" b="0" i="0" u="none" strike="noStrike" kern="1200" cap="none" spc="0" baseline="0">
                <a:solidFill>
                  <a:srgbClr val="00FF00"/>
                </a:solidFill>
                <a:uFillTx/>
                <a:latin typeface="Courier New" pitchFamily="49"/>
                <a:cs typeface="Courier New" pitchFamily="49"/>
              </a:rPr>
              <a:t>Backend system</a:t>
            </a:r>
          </a:p>
        </p:txBody>
      </p:sp>
      <p:sp>
        <p:nvSpPr>
          <p:cNvPr id="7" name="Rectangle 12">
            <a:extLst>
              <a:ext uri="{FF2B5EF4-FFF2-40B4-BE49-F238E27FC236}">
                <a16:creationId xmlns:a16="http://schemas.microsoft.com/office/drawing/2014/main" id="{65B89D64-C23B-4995-9633-F32B1983F1E9}"/>
              </a:ext>
            </a:extLst>
          </p:cNvPr>
          <p:cNvSpPr/>
          <p:nvPr/>
        </p:nvSpPr>
        <p:spPr>
          <a:xfrm>
            <a:off x="2168124" y="1543251"/>
            <a:ext cx="2143125" cy="981078"/>
          </a:xfrm>
          <a:prstGeom prst="rect">
            <a:avLst/>
          </a:prstGeom>
          <a:noFill/>
          <a:ln w="38103" cap="flat">
            <a:solidFill>
              <a:srgbClr val="00FF00"/>
            </a:solidFill>
            <a:prstDash val="solid"/>
            <a:miter/>
          </a:ln>
        </p:spPr>
        <p:txBody>
          <a:bodyPr vert="horz" wrap="square" lIns="91440" tIns="45720" rIns="91440" bIns="4572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nl-NL" sz="2000" b="0" i="0" u="none" strike="noStrike" kern="1200" cap="none" spc="0" baseline="0">
                <a:solidFill>
                  <a:srgbClr val="00FF00"/>
                </a:solidFill>
                <a:uFillTx/>
                <a:latin typeface="Courier New" pitchFamily="49"/>
                <a:cs typeface="Courier New" pitchFamily="49"/>
              </a:rPr>
              <a:t>Mobile app</a:t>
            </a:r>
          </a:p>
        </p:txBody>
      </p:sp>
      <p:cxnSp>
        <p:nvCxnSpPr>
          <p:cNvPr id="8" name="Elbow Connector 14">
            <a:extLst>
              <a:ext uri="{FF2B5EF4-FFF2-40B4-BE49-F238E27FC236}">
                <a16:creationId xmlns:a16="http://schemas.microsoft.com/office/drawing/2014/main" id="{8B045464-E876-4C33-B8FF-DAD40E712855}"/>
              </a:ext>
            </a:extLst>
          </p:cNvPr>
          <p:cNvCxnSpPr>
            <a:stCxn id="3" idx="0"/>
            <a:endCxn id="5" idx="2"/>
          </p:cNvCxnSpPr>
          <p:nvPr/>
        </p:nvCxnSpPr>
        <p:spPr>
          <a:xfrm rot="5400000" flipH="1" flipV="1">
            <a:off x="6878829" y="1721655"/>
            <a:ext cx="1289460" cy="2855123"/>
          </a:xfrm>
          <a:prstGeom prst="bentConnector3">
            <a:avLst>
              <a:gd name="adj1" fmla="val 50000"/>
            </a:avLst>
          </a:prstGeom>
          <a:noFill/>
          <a:ln w="25402" cap="flat">
            <a:solidFill>
              <a:srgbClr val="00FF00"/>
            </a:solidFill>
            <a:prstDash val="solid"/>
            <a:miter/>
            <a:tailEnd type="arrow"/>
          </a:ln>
        </p:spPr>
      </p:cxnSp>
      <p:cxnSp>
        <p:nvCxnSpPr>
          <p:cNvPr id="9" name="Elbow Connector 15">
            <a:extLst>
              <a:ext uri="{FF2B5EF4-FFF2-40B4-BE49-F238E27FC236}">
                <a16:creationId xmlns:a16="http://schemas.microsoft.com/office/drawing/2014/main" id="{2BA2027D-1ABE-4649-8535-BEA86316C5CC}"/>
              </a:ext>
            </a:extLst>
          </p:cNvPr>
          <p:cNvCxnSpPr>
            <a:stCxn id="3" idx="0"/>
            <a:endCxn id="7" idx="2"/>
          </p:cNvCxnSpPr>
          <p:nvPr/>
        </p:nvCxnSpPr>
        <p:spPr>
          <a:xfrm rot="16200000" flipV="1">
            <a:off x="4033035" y="1730982"/>
            <a:ext cx="1269617" cy="2856311"/>
          </a:xfrm>
          <a:prstGeom prst="bentConnector3">
            <a:avLst>
              <a:gd name="adj1" fmla="val 50750"/>
            </a:avLst>
          </a:prstGeom>
          <a:noFill/>
          <a:ln w="25402" cap="flat">
            <a:solidFill>
              <a:srgbClr val="00FF00"/>
            </a:solidFill>
            <a:prstDash val="solid"/>
            <a:miter/>
            <a:tailEnd type="arrow"/>
          </a:ln>
        </p:spPr>
      </p:cxnSp>
      <p:cxnSp>
        <p:nvCxnSpPr>
          <p:cNvPr id="10" name="Elbow Connector 18">
            <a:extLst>
              <a:ext uri="{FF2B5EF4-FFF2-40B4-BE49-F238E27FC236}">
                <a16:creationId xmlns:a16="http://schemas.microsoft.com/office/drawing/2014/main" id="{9B1BC534-3776-41AE-BCDA-705C0DC4FC87}"/>
              </a:ext>
            </a:extLst>
          </p:cNvPr>
          <p:cNvCxnSpPr>
            <a:stCxn id="3" idx="2"/>
            <a:endCxn id="4" idx="0"/>
          </p:cNvCxnSpPr>
          <p:nvPr/>
        </p:nvCxnSpPr>
        <p:spPr>
          <a:xfrm rot="16200000" flipH="1">
            <a:off x="6919525" y="3541918"/>
            <a:ext cx="1208068" cy="2855123"/>
          </a:xfrm>
          <a:prstGeom prst="bentConnector3">
            <a:avLst>
              <a:gd name="adj1" fmla="val 50789"/>
            </a:avLst>
          </a:prstGeom>
          <a:noFill/>
          <a:ln w="25402" cap="flat">
            <a:solidFill>
              <a:srgbClr val="00FF00"/>
            </a:solidFill>
            <a:prstDash val="solid"/>
            <a:miter/>
            <a:tailEnd type="arrow"/>
          </a:ln>
        </p:spPr>
      </p:cxnSp>
      <p:cxnSp>
        <p:nvCxnSpPr>
          <p:cNvPr id="11" name="Elbow Connector 21">
            <a:extLst>
              <a:ext uri="{FF2B5EF4-FFF2-40B4-BE49-F238E27FC236}">
                <a16:creationId xmlns:a16="http://schemas.microsoft.com/office/drawing/2014/main" id="{544A9ADD-5BE5-4B49-8483-7919A470355C}"/>
              </a:ext>
            </a:extLst>
          </p:cNvPr>
          <p:cNvCxnSpPr>
            <a:stCxn id="3" idx="2"/>
            <a:endCxn id="6" idx="0"/>
          </p:cNvCxnSpPr>
          <p:nvPr/>
        </p:nvCxnSpPr>
        <p:spPr>
          <a:xfrm rot="5400000">
            <a:off x="4054583" y="3550551"/>
            <a:ext cx="1226521" cy="2856311"/>
          </a:xfrm>
          <a:prstGeom prst="bentConnector3">
            <a:avLst>
              <a:gd name="adj1" fmla="val 50000"/>
            </a:avLst>
          </a:prstGeom>
          <a:noFill/>
          <a:ln w="25402" cap="flat">
            <a:solidFill>
              <a:srgbClr val="00FF00"/>
            </a:solidFill>
            <a:prstDash val="solid"/>
            <a:miter/>
            <a:tailEnd type="arrow"/>
          </a:ln>
        </p:spPr>
      </p:cxnSp>
      <p:sp>
        <p:nvSpPr>
          <p:cNvPr id="12" name="Rectangle 33">
            <a:extLst>
              <a:ext uri="{FF2B5EF4-FFF2-40B4-BE49-F238E27FC236}">
                <a16:creationId xmlns:a16="http://schemas.microsoft.com/office/drawing/2014/main" id="{9544A7D6-53AC-46CA-A8A4-112F0C0757F5}"/>
              </a:ext>
            </a:extLst>
          </p:cNvPr>
          <p:cNvSpPr/>
          <p:nvPr/>
        </p:nvSpPr>
        <p:spPr>
          <a:xfrm>
            <a:off x="2168124" y="4461138"/>
            <a:ext cx="2433639" cy="406405"/>
          </a:xfrm>
          <a:prstGeom prst="rect">
            <a:avLst/>
          </a:prstGeom>
          <a:noFill/>
          <a:ln w="12701" cap="flat">
            <a:solidFill>
              <a:srgbClr val="FF0000"/>
            </a:solidFill>
            <a:prstDash val="solid"/>
            <a:miter/>
          </a:ln>
        </p:spPr>
        <p:txBody>
          <a:bodyPr vert="horz" wrap="square" lIns="91440" tIns="45720" rIns="91440" bIns="4572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nl-NL" sz="1400" b="0" i="0" u="none" strike="noStrike" kern="1200" cap="none" spc="0" baseline="0">
                <a:solidFill>
                  <a:srgbClr val="FF0000"/>
                </a:solidFill>
                <a:uFillTx/>
                <a:latin typeface="Courier New" pitchFamily="49"/>
                <a:cs typeface="Courier New" pitchFamily="49"/>
              </a:rPr>
              <a:t>No suitable test data</a:t>
            </a:r>
          </a:p>
        </p:txBody>
      </p:sp>
      <p:sp>
        <p:nvSpPr>
          <p:cNvPr id="13" name="Rectangle 34">
            <a:extLst>
              <a:ext uri="{FF2B5EF4-FFF2-40B4-BE49-F238E27FC236}">
                <a16:creationId xmlns:a16="http://schemas.microsoft.com/office/drawing/2014/main" id="{22579770-3CD3-4969-B680-A01551FEB11B}"/>
              </a:ext>
            </a:extLst>
          </p:cNvPr>
          <p:cNvSpPr/>
          <p:nvPr/>
        </p:nvSpPr>
        <p:spPr>
          <a:xfrm>
            <a:off x="7589044" y="4461138"/>
            <a:ext cx="2433639" cy="406405"/>
          </a:xfrm>
          <a:prstGeom prst="rect">
            <a:avLst/>
          </a:prstGeom>
          <a:noFill/>
          <a:ln w="12701" cap="flat">
            <a:solidFill>
              <a:srgbClr val="FF0000"/>
            </a:solidFill>
            <a:prstDash val="solid"/>
            <a:miter/>
          </a:ln>
        </p:spPr>
        <p:txBody>
          <a:bodyPr vert="horz" wrap="square" lIns="91440" tIns="45720" rIns="91440" bIns="4572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nl-NL" sz="1400" b="0" i="0" u="none" strike="noStrike" kern="1200" cap="none" spc="0" baseline="0">
                <a:solidFill>
                  <a:srgbClr val="FF0000"/>
                </a:solidFill>
                <a:uFillTx/>
                <a:latin typeface="Courier New" pitchFamily="49"/>
                <a:cs typeface="Courier New" pitchFamily="49"/>
              </a:rPr>
              <a:t>Limited access</a:t>
            </a:r>
          </a:p>
        </p:txBody>
      </p:sp>
      <p:sp>
        <p:nvSpPr>
          <p:cNvPr id="14" name="Rectangle 35">
            <a:extLst>
              <a:ext uri="{FF2B5EF4-FFF2-40B4-BE49-F238E27FC236}">
                <a16:creationId xmlns:a16="http://schemas.microsoft.com/office/drawing/2014/main" id="{30767CEE-2DF9-4512-9F97-2207EB28C5BD}"/>
              </a:ext>
            </a:extLst>
          </p:cNvPr>
          <p:cNvSpPr/>
          <p:nvPr/>
        </p:nvSpPr>
        <p:spPr>
          <a:xfrm>
            <a:off x="2168124" y="3287121"/>
            <a:ext cx="2433639" cy="406405"/>
          </a:xfrm>
          <a:prstGeom prst="rect">
            <a:avLst/>
          </a:prstGeom>
          <a:noFill/>
          <a:ln w="12701" cap="flat">
            <a:solidFill>
              <a:srgbClr val="FF0000"/>
            </a:solidFill>
            <a:prstDash val="solid"/>
            <a:miter/>
          </a:ln>
        </p:spPr>
        <p:txBody>
          <a:bodyPr vert="horz" wrap="square" lIns="91440" tIns="45720" rIns="91440" bIns="4572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nl-NL" sz="1400" b="0" i="0" u="none" strike="noStrike" kern="1200" cap="none" spc="0" baseline="0">
                <a:solidFill>
                  <a:srgbClr val="FF0000"/>
                </a:solidFill>
                <a:uFillTx/>
                <a:latin typeface="Courier New" pitchFamily="49"/>
                <a:cs typeface="Courier New" pitchFamily="49"/>
              </a:rPr>
              <a:t>Under development</a:t>
            </a:r>
          </a:p>
        </p:txBody>
      </p:sp>
      <p:sp>
        <p:nvSpPr>
          <p:cNvPr id="15" name="Rectangle 36">
            <a:extLst>
              <a:ext uri="{FF2B5EF4-FFF2-40B4-BE49-F238E27FC236}">
                <a16:creationId xmlns:a16="http://schemas.microsoft.com/office/drawing/2014/main" id="{C025E0D3-49BF-4EC8-B7CD-3EF30441AF93}"/>
              </a:ext>
            </a:extLst>
          </p:cNvPr>
          <p:cNvSpPr/>
          <p:nvPr/>
        </p:nvSpPr>
        <p:spPr>
          <a:xfrm>
            <a:off x="7589044" y="3287121"/>
            <a:ext cx="2433639" cy="406405"/>
          </a:xfrm>
          <a:prstGeom prst="rect">
            <a:avLst/>
          </a:prstGeom>
          <a:noFill/>
          <a:ln w="12701" cap="flat">
            <a:solidFill>
              <a:srgbClr val="FF0000"/>
            </a:solidFill>
            <a:prstDash val="solid"/>
            <a:miter/>
          </a:ln>
        </p:spPr>
        <p:txBody>
          <a:bodyPr vert="horz" wrap="square" lIns="91440" tIns="45720" rIns="91440" bIns="4572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nl-NL" sz="1400" b="0" i="0" u="none" strike="noStrike" kern="1200" cap="none" spc="0" baseline="0">
                <a:solidFill>
                  <a:srgbClr val="FF0000"/>
                </a:solidFill>
                <a:uFillTx/>
                <a:latin typeface="Courier New" pitchFamily="49"/>
                <a:cs typeface="Courier New" pitchFamily="49"/>
              </a:rPr>
              <a:t>Access fees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41"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1588011-CF6F-486E-976A-BE3B5B73AB8B}"/>
              </a:ext>
            </a:extLst>
          </p:cNvPr>
          <p:cNvSpPr txBox="1">
            <a:spLocks noGrp="1"/>
          </p:cNvSpPr>
          <p:nvPr>
            <p:ph type="title"/>
          </p:nvPr>
        </p:nvSpPr>
        <p:spPr/>
        <p:txBody>
          <a:bodyPr/>
          <a:lstStyle/>
          <a:p>
            <a:pPr lvl="0"/>
            <a:r>
              <a:rPr lang="nl-NL">
                <a:solidFill>
                  <a:srgbClr val="00FF00"/>
                </a:solidFill>
                <a:latin typeface="Courier New" pitchFamily="49"/>
                <a:cs typeface="Courier New" pitchFamily="49"/>
              </a:rPr>
              <a:t>Simulation during test execution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3C7053A-2DA6-431A-BC43-684AEF4AD28A}"/>
              </a:ext>
            </a:extLst>
          </p:cNvPr>
          <p:cNvSpPr txBox="1">
            <a:spLocks noGrp="1"/>
          </p:cNvSpPr>
          <p:nvPr>
            <p:ph idx="1"/>
          </p:nvPr>
        </p:nvSpPr>
        <p:spPr>
          <a:xfrm>
            <a:off x="838203" y="1825627"/>
            <a:ext cx="11143893" cy="4351336"/>
          </a:xfrm>
        </p:spPr>
        <p:txBody>
          <a:bodyPr/>
          <a:lstStyle/>
          <a:p>
            <a:pPr lvl="0">
              <a:buFont typeface="Courier New" pitchFamily="49"/>
              <a:buChar char="_"/>
            </a:pPr>
            <a:r>
              <a:rPr lang="nl-NL" dirty="0">
                <a:solidFill>
                  <a:srgbClr val="00FF00"/>
                </a:solidFill>
                <a:latin typeface="Courier New" pitchFamily="49"/>
                <a:cs typeface="Courier New" pitchFamily="49"/>
              </a:rPr>
              <a:t>Simulate dependency </a:t>
            </a:r>
            <a:r>
              <a:rPr lang="nl-NL" b="1" dirty="0">
                <a:solidFill>
                  <a:srgbClr val="00FF00"/>
                </a:solidFill>
                <a:latin typeface="Courier New" pitchFamily="49"/>
                <a:cs typeface="Courier New" pitchFamily="49"/>
              </a:rPr>
              <a:t>behaviour</a:t>
            </a:r>
          </a:p>
          <a:p>
            <a:pPr lvl="0">
              <a:buFont typeface="Courier New" pitchFamily="49"/>
              <a:buChar char="_"/>
            </a:pPr>
            <a:endParaRPr lang="nl-NL" dirty="0">
              <a:solidFill>
                <a:srgbClr val="00FF00"/>
              </a:solidFill>
              <a:latin typeface="Courier New" pitchFamily="49"/>
              <a:cs typeface="Courier New" pitchFamily="49"/>
            </a:endParaRPr>
          </a:p>
          <a:p>
            <a:pPr lvl="0">
              <a:buFont typeface="Courier New" pitchFamily="49"/>
              <a:buChar char="_"/>
            </a:pPr>
            <a:r>
              <a:rPr lang="nl-NL" dirty="0">
                <a:solidFill>
                  <a:srgbClr val="00FF00"/>
                </a:solidFill>
                <a:latin typeface="Courier New" pitchFamily="49"/>
                <a:cs typeface="Courier New" pitchFamily="49"/>
              </a:rPr>
              <a:t>Regain control over test environment</a:t>
            </a:r>
          </a:p>
          <a:p>
            <a:pPr lvl="1">
              <a:buFont typeface="Courier New" pitchFamily="49"/>
              <a:buChar char="_"/>
            </a:pPr>
            <a:r>
              <a:rPr lang="nl-NL" dirty="0">
                <a:solidFill>
                  <a:srgbClr val="00FF00"/>
                </a:solidFill>
                <a:latin typeface="Courier New" pitchFamily="49"/>
                <a:cs typeface="Courier New" pitchFamily="49"/>
              </a:rPr>
              <a:t>Dependencies available on demand</a:t>
            </a:r>
          </a:p>
          <a:p>
            <a:pPr lvl="1">
              <a:buFont typeface="Courier New" pitchFamily="49"/>
              <a:buChar char="_"/>
            </a:pPr>
            <a:r>
              <a:rPr lang="nl-NL" dirty="0">
                <a:solidFill>
                  <a:srgbClr val="00FF00"/>
                </a:solidFill>
                <a:latin typeface="Courier New" pitchFamily="49"/>
                <a:cs typeface="Courier New" pitchFamily="49"/>
              </a:rPr>
              <a:t>Control over test data (edge cases!)</a:t>
            </a:r>
          </a:p>
          <a:p>
            <a:pPr lvl="1">
              <a:buFont typeface="Courier New" pitchFamily="49"/>
              <a:buChar char="_"/>
            </a:pPr>
            <a:r>
              <a:rPr lang="nl-NL" dirty="0">
                <a:solidFill>
                  <a:srgbClr val="00FF00"/>
                </a:solidFill>
                <a:latin typeface="Courier New" pitchFamily="49"/>
                <a:cs typeface="Courier New" pitchFamily="49"/>
              </a:rPr>
              <a:t>Eliminate third party component usage fees</a:t>
            </a:r>
          </a:p>
          <a:p>
            <a:pPr lvl="1">
              <a:buFont typeface="Courier New" pitchFamily="49"/>
              <a:buChar char="_"/>
            </a:pPr>
            <a:r>
              <a:rPr lang="nl-NL" dirty="0">
                <a:solidFill>
                  <a:srgbClr val="00FF00"/>
                </a:solidFill>
                <a:latin typeface="Courier New" pitchFamily="49"/>
                <a:cs typeface="Courier New" pitchFamily="49"/>
              </a:rPr>
              <a:t>…</a:t>
            </a:r>
          </a:p>
          <a:p>
            <a:pPr lvl="0">
              <a:buFont typeface="Courier New" pitchFamily="49"/>
              <a:buChar char="_"/>
            </a:pPr>
            <a:endParaRPr lang="nl-NL" dirty="0">
              <a:solidFill>
                <a:srgbClr val="00FF00"/>
              </a:solidFill>
              <a:latin typeface="Courier New" pitchFamily="49"/>
              <a:cs typeface="Courier New" pitchFamily="49"/>
            </a:endParaRPr>
          </a:p>
          <a:p>
            <a:pPr lvl="0">
              <a:buFont typeface="Courier New" pitchFamily="49"/>
              <a:buChar char="_"/>
            </a:pPr>
            <a:endParaRPr lang="nl-NL" dirty="0">
              <a:solidFill>
                <a:srgbClr val="00FF00"/>
              </a:solidFill>
              <a:latin typeface="Courier New" pitchFamily="49"/>
              <a:cs typeface="Courier New" pitchFamily="49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80"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C1DF1D5-837B-45E2-AC12-21BAF0EB7070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838203" y="335758"/>
            <a:ext cx="10515600" cy="1325559"/>
          </a:xfrm>
        </p:spPr>
        <p:txBody>
          <a:bodyPr/>
          <a:lstStyle/>
          <a:p>
            <a:pPr lvl="0"/>
            <a:r>
              <a:rPr lang="nl-NL">
                <a:solidFill>
                  <a:srgbClr val="00FF00"/>
                </a:solidFill>
                <a:latin typeface="Courier New" pitchFamily="49"/>
                <a:cs typeface="Courier New" pitchFamily="49"/>
              </a:rPr>
              <a:t>Problems in test environments</a:t>
            </a:r>
          </a:p>
        </p:txBody>
      </p:sp>
      <p:sp>
        <p:nvSpPr>
          <p:cNvPr id="3" name="Rectangle 7">
            <a:extLst>
              <a:ext uri="{FF2B5EF4-FFF2-40B4-BE49-F238E27FC236}">
                <a16:creationId xmlns:a16="http://schemas.microsoft.com/office/drawing/2014/main" id="{8E6A00E9-FD05-47CC-A8EF-124E7738C989}"/>
              </a:ext>
            </a:extLst>
          </p:cNvPr>
          <p:cNvSpPr/>
          <p:nvPr/>
        </p:nvSpPr>
        <p:spPr>
          <a:xfrm>
            <a:off x="4602952" y="3793946"/>
            <a:ext cx="2986092" cy="571500"/>
          </a:xfrm>
          <a:prstGeom prst="rect">
            <a:avLst/>
          </a:prstGeom>
          <a:solidFill>
            <a:srgbClr val="00FF00"/>
          </a:solidFill>
          <a:ln w="38103" cap="flat">
            <a:solidFill>
              <a:srgbClr val="00FF00"/>
            </a:solidFill>
            <a:prstDash val="solid"/>
            <a:miter/>
          </a:ln>
        </p:spPr>
        <p:txBody>
          <a:bodyPr vert="horz" wrap="square" lIns="91440" tIns="45720" rIns="91440" bIns="4572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nl-NL" sz="2000" b="1" i="0" u="none" strike="noStrike" kern="1200" cap="none" spc="0" baseline="0">
                <a:solidFill>
                  <a:srgbClr val="000000"/>
                </a:solidFill>
                <a:uFillTx/>
                <a:latin typeface="Courier New" pitchFamily="49"/>
                <a:cs typeface="Courier New" pitchFamily="49"/>
              </a:rPr>
              <a:t>System under test</a:t>
            </a:r>
          </a:p>
        </p:txBody>
      </p:sp>
      <p:sp>
        <p:nvSpPr>
          <p:cNvPr id="4" name="Rectangle 8">
            <a:extLst>
              <a:ext uri="{FF2B5EF4-FFF2-40B4-BE49-F238E27FC236}">
                <a16:creationId xmlns:a16="http://schemas.microsoft.com/office/drawing/2014/main" id="{42EEAB19-847D-496F-9870-889E19D8A029}"/>
              </a:ext>
            </a:extLst>
          </p:cNvPr>
          <p:cNvSpPr/>
          <p:nvPr/>
        </p:nvSpPr>
        <p:spPr>
          <a:xfrm>
            <a:off x="7879558" y="5573514"/>
            <a:ext cx="2143125" cy="981078"/>
          </a:xfrm>
          <a:prstGeom prst="rect">
            <a:avLst/>
          </a:prstGeom>
          <a:noFill/>
          <a:ln w="38103" cap="flat">
            <a:solidFill>
              <a:srgbClr val="00FF00"/>
            </a:solidFill>
            <a:prstDash val="solid"/>
            <a:miter/>
          </a:ln>
        </p:spPr>
        <p:txBody>
          <a:bodyPr vert="horz" wrap="square" lIns="91440" tIns="45720" rIns="91440" bIns="4572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nl-NL" sz="2000" b="0" i="0" u="none" strike="noStrike" kern="1200" cap="none" spc="0" baseline="0">
                <a:solidFill>
                  <a:srgbClr val="00FF00"/>
                </a:solidFill>
                <a:uFillTx/>
                <a:latin typeface="Courier New" pitchFamily="49"/>
                <a:cs typeface="Courier New" pitchFamily="49"/>
              </a:rPr>
              <a:t>Mainframe</a:t>
            </a:r>
          </a:p>
        </p:txBody>
      </p:sp>
      <p:sp>
        <p:nvSpPr>
          <p:cNvPr id="5" name="Rectangle 10">
            <a:extLst>
              <a:ext uri="{FF2B5EF4-FFF2-40B4-BE49-F238E27FC236}">
                <a16:creationId xmlns:a16="http://schemas.microsoft.com/office/drawing/2014/main" id="{D85B973A-663E-4A15-824D-FA3AB0D74F44}"/>
              </a:ext>
            </a:extLst>
          </p:cNvPr>
          <p:cNvSpPr/>
          <p:nvPr/>
        </p:nvSpPr>
        <p:spPr>
          <a:xfrm>
            <a:off x="7879558" y="1523408"/>
            <a:ext cx="2143125" cy="981078"/>
          </a:xfrm>
          <a:prstGeom prst="rect">
            <a:avLst/>
          </a:prstGeom>
          <a:noFill/>
          <a:ln w="38103" cap="flat">
            <a:solidFill>
              <a:srgbClr val="00FF00"/>
            </a:solidFill>
            <a:prstDash val="solid"/>
            <a:miter/>
          </a:ln>
        </p:spPr>
        <p:txBody>
          <a:bodyPr vert="horz" wrap="square" lIns="91440" tIns="45720" rIns="91440" bIns="4572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nl-NL" sz="2000" b="0" i="0" u="none" strike="noStrike" kern="1200" cap="none" spc="0" baseline="0">
                <a:solidFill>
                  <a:srgbClr val="00FF00"/>
                </a:solidFill>
                <a:uFillTx/>
                <a:latin typeface="Courier New" pitchFamily="49"/>
                <a:cs typeface="Courier New" pitchFamily="49"/>
              </a:rPr>
              <a:t>SaaS dependency</a:t>
            </a:r>
          </a:p>
        </p:txBody>
      </p:sp>
      <p:sp>
        <p:nvSpPr>
          <p:cNvPr id="6" name="Rectangle 11">
            <a:extLst>
              <a:ext uri="{FF2B5EF4-FFF2-40B4-BE49-F238E27FC236}">
                <a16:creationId xmlns:a16="http://schemas.microsoft.com/office/drawing/2014/main" id="{07742AC0-9A83-4F86-9FCB-15D66E61630A}"/>
              </a:ext>
            </a:extLst>
          </p:cNvPr>
          <p:cNvSpPr/>
          <p:nvPr/>
        </p:nvSpPr>
        <p:spPr>
          <a:xfrm>
            <a:off x="2168124" y="5591967"/>
            <a:ext cx="2143125" cy="981078"/>
          </a:xfrm>
          <a:prstGeom prst="rect">
            <a:avLst/>
          </a:prstGeom>
          <a:noFill/>
          <a:ln w="38103" cap="flat">
            <a:solidFill>
              <a:srgbClr val="00FF00"/>
            </a:solidFill>
            <a:prstDash val="solid"/>
            <a:miter/>
          </a:ln>
        </p:spPr>
        <p:txBody>
          <a:bodyPr vert="horz" wrap="square" lIns="91440" tIns="45720" rIns="91440" bIns="4572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nl-NL" sz="2000" b="0" i="0" u="none" strike="noStrike" kern="1200" cap="none" spc="0" baseline="0">
                <a:solidFill>
                  <a:srgbClr val="00FF00"/>
                </a:solidFill>
                <a:uFillTx/>
                <a:latin typeface="Courier New" pitchFamily="49"/>
                <a:cs typeface="Courier New" pitchFamily="49"/>
              </a:rPr>
              <a:t>Backend system</a:t>
            </a:r>
          </a:p>
        </p:txBody>
      </p:sp>
      <p:sp>
        <p:nvSpPr>
          <p:cNvPr id="7" name="Rectangle 12">
            <a:extLst>
              <a:ext uri="{FF2B5EF4-FFF2-40B4-BE49-F238E27FC236}">
                <a16:creationId xmlns:a16="http://schemas.microsoft.com/office/drawing/2014/main" id="{86FA7694-3C37-44DB-A981-8F325C872AF0}"/>
              </a:ext>
            </a:extLst>
          </p:cNvPr>
          <p:cNvSpPr/>
          <p:nvPr/>
        </p:nvSpPr>
        <p:spPr>
          <a:xfrm>
            <a:off x="2168124" y="1543251"/>
            <a:ext cx="2143125" cy="981078"/>
          </a:xfrm>
          <a:prstGeom prst="rect">
            <a:avLst/>
          </a:prstGeom>
          <a:noFill/>
          <a:ln w="38103" cap="flat">
            <a:solidFill>
              <a:srgbClr val="00FF00"/>
            </a:solidFill>
            <a:prstDash val="solid"/>
            <a:miter/>
          </a:ln>
        </p:spPr>
        <p:txBody>
          <a:bodyPr vert="horz" wrap="square" lIns="91440" tIns="45720" rIns="91440" bIns="4572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nl-NL" sz="2000" b="0" i="0" u="none" strike="noStrike" kern="1200" cap="none" spc="0" baseline="0">
                <a:solidFill>
                  <a:srgbClr val="00FF00"/>
                </a:solidFill>
                <a:uFillTx/>
                <a:latin typeface="Courier New" pitchFamily="49"/>
                <a:cs typeface="Courier New" pitchFamily="49"/>
              </a:rPr>
              <a:t>Mobile app</a:t>
            </a:r>
          </a:p>
        </p:txBody>
      </p:sp>
      <p:cxnSp>
        <p:nvCxnSpPr>
          <p:cNvPr id="8" name="Elbow Connector 14">
            <a:extLst>
              <a:ext uri="{FF2B5EF4-FFF2-40B4-BE49-F238E27FC236}">
                <a16:creationId xmlns:a16="http://schemas.microsoft.com/office/drawing/2014/main" id="{5B6C415F-8FBE-441C-85A7-0C9142ACCEFF}"/>
              </a:ext>
            </a:extLst>
          </p:cNvPr>
          <p:cNvCxnSpPr>
            <a:stCxn id="3" idx="0"/>
            <a:endCxn id="5" idx="2"/>
          </p:cNvCxnSpPr>
          <p:nvPr/>
        </p:nvCxnSpPr>
        <p:spPr>
          <a:xfrm rot="5400000" flipH="1" flipV="1">
            <a:off x="6878829" y="1721655"/>
            <a:ext cx="1289460" cy="2855123"/>
          </a:xfrm>
          <a:prstGeom prst="bentConnector3">
            <a:avLst>
              <a:gd name="adj1" fmla="val 49261"/>
            </a:avLst>
          </a:prstGeom>
          <a:noFill/>
          <a:ln w="25402" cap="flat">
            <a:solidFill>
              <a:srgbClr val="00FF00"/>
            </a:solidFill>
            <a:prstDash val="solid"/>
            <a:miter/>
            <a:tailEnd type="arrow"/>
          </a:ln>
        </p:spPr>
      </p:cxnSp>
      <p:cxnSp>
        <p:nvCxnSpPr>
          <p:cNvPr id="9" name="Elbow Connector 15">
            <a:extLst>
              <a:ext uri="{FF2B5EF4-FFF2-40B4-BE49-F238E27FC236}">
                <a16:creationId xmlns:a16="http://schemas.microsoft.com/office/drawing/2014/main" id="{52CBD1A3-C899-412C-9A05-01B4DB8EC9EE}"/>
              </a:ext>
            </a:extLst>
          </p:cNvPr>
          <p:cNvCxnSpPr>
            <a:stCxn id="3" idx="0"/>
            <a:endCxn id="7" idx="2"/>
          </p:cNvCxnSpPr>
          <p:nvPr/>
        </p:nvCxnSpPr>
        <p:spPr>
          <a:xfrm rot="16200000" flipV="1">
            <a:off x="4033035" y="1730982"/>
            <a:ext cx="1269617" cy="2856311"/>
          </a:xfrm>
          <a:prstGeom prst="bentConnector3">
            <a:avLst>
              <a:gd name="adj1" fmla="val 50000"/>
            </a:avLst>
          </a:prstGeom>
          <a:noFill/>
          <a:ln w="25402" cap="flat">
            <a:solidFill>
              <a:srgbClr val="00FF00"/>
            </a:solidFill>
            <a:prstDash val="solid"/>
            <a:miter/>
            <a:tailEnd type="arrow"/>
          </a:ln>
        </p:spPr>
      </p:cxnSp>
      <p:cxnSp>
        <p:nvCxnSpPr>
          <p:cNvPr id="10" name="Elbow Connector 18">
            <a:extLst>
              <a:ext uri="{FF2B5EF4-FFF2-40B4-BE49-F238E27FC236}">
                <a16:creationId xmlns:a16="http://schemas.microsoft.com/office/drawing/2014/main" id="{2A2DCB36-B6F3-41E8-A02B-4BD731755C57}"/>
              </a:ext>
            </a:extLst>
          </p:cNvPr>
          <p:cNvCxnSpPr>
            <a:stCxn id="3" idx="2"/>
            <a:endCxn id="4" idx="0"/>
          </p:cNvCxnSpPr>
          <p:nvPr/>
        </p:nvCxnSpPr>
        <p:spPr>
          <a:xfrm rot="16200000" flipH="1">
            <a:off x="6919525" y="3541918"/>
            <a:ext cx="1208068" cy="2855123"/>
          </a:xfrm>
          <a:prstGeom prst="bentConnector3">
            <a:avLst>
              <a:gd name="adj1" fmla="val 50789"/>
            </a:avLst>
          </a:prstGeom>
          <a:noFill/>
          <a:ln w="25402" cap="flat">
            <a:solidFill>
              <a:srgbClr val="00FF00"/>
            </a:solidFill>
            <a:prstDash val="solid"/>
            <a:miter/>
            <a:tailEnd type="arrow"/>
          </a:ln>
        </p:spPr>
      </p:cxnSp>
      <p:cxnSp>
        <p:nvCxnSpPr>
          <p:cNvPr id="11" name="Elbow Connector 21">
            <a:extLst>
              <a:ext uri="{FF2B5EF4-FFF2-40B4-BE49-F238E27FC236}">
                <a16:creationId xmlns:a16="http://schemas.microsoft.com/office/drawing/2014/main" id="{E877094D-CCE4-4D9B-99E5-4D051235D6D9}"/>
              </a:ext>
            </a:extLst>
          </p:cNvPr>
          <p:cNvCxnSpPr>
            <a:stCxn id="3" idx="2"/>
            <a:endCxn id="6" idx="0"/>
          </p:cNvCxnSpPr>
          <p:nvPr/>
        </p:nvCxnSpPr>
        <p:spPr>
          <a:xfrm rot="5400000">
            <a:off x="4054583" y="3550551"/>
            <a:ext cx="1226521" cy="2856311"/>
          </a:xfrm>
          <a:prstGeom prst="bentConnector3">
            <a:avLst>
              <a:gd name="adj1" fmla="val 50000"/>
            </a:avLst>
          </a:prstGeom>
          <a:noFill/>
          <a:ln w="25402" cap="flat">
            <a:solidFill>
              <a:srgbClr val="00FF00"/>
            </a:solidFill>
            <a:prstDash val="solid"/>
            <a:miter/>
            <a:tailEnd type="arrow"/>
          </a:ln>
        </p:spPr>
      </p:cxnSp>
      <p:sp>
        <p:nvSpPr>
          <p:cNvPr id="12" name="Rectangle 33">
            <a:extLst>
              <a:ext uri="{FF2B5EF4-FFF2-40B4-BE49-F238E27FC236}">
                <a16:creationId xmlns:a16="http://schemas.microsoft.com/office/drawing/2014/main" id="{6312F897-BD5B-4024-A5DD-81617ED763D8}"/>
              </a:ext>
            </a:extLst>
          </p:cNvPr>
          <p:cNvSpPr/>
          <p:nvPr/>
        </p:nvSpPr>
        <p:spPr>
          <a:xfrm>
            <a:off x="2168124" y="4461138"/>
            <a:ext cx="2433639" cy="406405"/>
          </a:xfrm>
          <a:prstGeom prst="rect">
            <a:avLst/>
          </a:prstGeom>
          <a:noFill/>
          <a:ln w="12701" cap="flat">
            <a:solidFill>
              <a:srgbClr val="FF0000"/>
            </a:solidFill>
            <a:prstDash val="solid"/>
            <a:miter/>
          </a:ln>
        </p:spPr>
        <p:txBody>
          <a:bodyPr vert="horz" wrap="square" lIns="91440" tIns="45720" rIns="91440" bIns="4572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nl-NL" sz="1400" b="0" i="0" u="none" strike="noStrike" kern="1200" cap="none" spc="0" baseline="0">
                <a:solidFill>
                  <a:srgbClr val="FF0000"/>
                </a:solidFill>
                <a:uFillTx/>
                <a:latin typeface="Courier New" pitchFamily="49"/>
                <a:cs typeface="Courier New" pitchFamily="49"/>
              </a:rPr>
              <a:t>No suitable test data</a:t>
            </a:r>
          </a:p>
        </p:txBody>
      </p:sp>
      <p:sp>
        <p:nvSpPr>
          <p:cNvPr id="13" name="Rectangle 34">
            <a:extLst>
              <a:ext uri="{FF2B5EF4-FFF2-40B4-BE49-F238E27FC236}">
                <a16:creationId xmlns:a16="http://schemas.microsoft.com/office/drawing/2014/main" id="{74545F3B-B968-443D-8584-B95A758A3F5F}"/>
              </a:ext>
            </a:extLst>
          </p:cNvPr>
          <p:cNvSpPr/>
          <p:nvPr/>
        </p:nvSpPr>
        <p:spPr>
          <a:xfrm>
            <a:off x="7589044" y="4461138"/>
            <a:ext cx="2433639" cy="406405"/>
          </a:xfrm>
          <a:prstGeom prst="rect">
            <a:avLst/>
          </a:prstGeom>
          <a:noFill/>
          <a:ln w="12701" cap="flat">
            <a:solidFill>
              <a:srgbClr val="FF0000"/>
            </a:solidFill>
            <a:prstDash val="solid"/>
            <a:miter/>
          </a:ln>
        </p:spPr>
        <p:txBody>
          <a:bodyPr vert="horz" wrap="square" lIns="91440" tIns="45720" rIns="91440" bIns="4572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nl-NL" sz="1400" b="0" i="0" u="none" strike="noStrike" kern="1200" cap="none" spc="0" baseline="0">
                <a:solidFill>
                  <a:srgbClr val="FF0000"/>
                </a:solidFill>
                <a:uFillTx/>
                <a:latin typeface="Courier New" pitchFamily="49"/>
                <a:cs typeface="Courier New" pitchFamily="49"/>
              </a:rPr>
              <a:t>Limited access</a:t>
            </a:r>
          </a:p>
        </p:txBody>
      </p:sp>
      <p:sp>
        <p:nvSpPr>
          <p:cNvPr id="14" name="Rectangle 35">
            <a:extLst>
              <a:ext uri="{FF2B5EF4-FFF2-40B4-BE49-F238E27FC236}">
                <a16:creationId xmlns:a16="http://schemas.microsoft.com/office/drawing/2014/main" id="{7F507B63-DA96-4000-8676-B674104343F0}"/>
              </a:ext>
            </a:extLst>
          </p:cNvPr>
          <p:cNvSpPr/>
          <p:nvPr/>
        </p:nvSpPr>
        <p:spPr>
          <a:xfrm>
            <a:off x="2168124" y="3287121"/>
            <a:ext cx="2433639" cy="406405"/>
          </a:xfrm>
          <a:prstGeom prst="rect">
            <a:avLst/>
          </a:prstGeom>
          <a:noFill/>
          <a:ln w="12701" cap="flat">
            <a:solidFill>
              <a:srgbClr val="FF0000"/>
            </a:solidFill>
            <a:prstDash val="solid"/>
            <a:miter/>
          </a:ln>
        </p:spPr>
        <p:txBody>
          <a:bodyPr vert="horz" wrap="square" lIns="91440" tIns="45720" rIns="91440" bIns="4572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nl-NL" sz="1400" b="0" i="0" u="none" strike="noStrike" kern="1200" cap="none" spc="0" baseline="0">
                <a:solidFill>
                  <a:srgbClr val="FF0000"/>
                </a:solidFill>
                <a:uFillTx/>
                <a:latin typeface="Courier New" pitchFamily="49"/>
                <a:cs typeface="Courier New" pitchFamily="49"/>
              </a:rPr>
              <a:t>Under development</a:t>
            </a:r>
          </a:p>
        </p:txBody>
      </p:sp>
      <p:sp>
        <p:nvSpPr>
          <p:cNvPr id="15" name="Rectangle 36">
            <a:extLst>
              <a:ext uri="{FF2B5EF4-FFF2-40B4-BE49-F238E27FC236}">
                <a16:creationId xmlns:a16="http://schemas.microsoft.com/office/drawing/2014/main" id="{A2663CCB-E661-4978-BFCA-062FF6D679BA}"/>
              </a:ext>
            </a:extLst>
          </p:cNvPr>
          <p:cNvSpPr/>
          <p:nvPr/>
        </p:nvSpPr>
        <p:spPr>
          <a:xfrm>
            <a:off x="7589044" y="3287121"/>
            <a:ext cx="2433639" cy="406405"/>
          </a:xfrm>
          <a:prstGeom prst="rect">
            <a:avLst/>
          </a:prstGeom>
          <a:noFill/>
          <a:ln w="12701" cap="flat">
            <a:solidFill>
              <a:srgbClr val="FF0000"/>
            </a:solidFill>
            <a:prstDash val="solid"/>
            <a:miter/>
          </a:ln>
        </p:spPr>
        <p:txBody>
          <a:bodyPr vert="horz" wrap="square" lIns="91440" tIns="45720" rIns="91440" bIns="4572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nl-NL" sz="1400" b="0" i="0" u="none" strike="noStrike" kern="1200" cap="none" spc="0" baseline="0">
                <a:solidFill>
                  <a:srgbClr val="FF0000"/>
                </a:solidFill>
                <a:uFillTx/>
                <a:latin typeface="Courier New" pitchFamily="49"/>
                <a:cs typeface="Courier New" pitchFamily="49"/>
              </a:rPr>
              <a:t>Access fees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79"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D6871AE-A81A-44AF-9BB2-EB497F0A297B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838203" y="335758"/>
            <a:ext cx="11096628" cy="1325559"/>
          </a:xfrm>
        </p:spPr>
        <p:txBody>
          <a:bodyPr/>
          <a:lstStyle/>
          <a:p>
            <a:pPr lvl="0"/>
            <a:r>
              <a:rPr lang="nl-NL">
                <a:solidFill>
                  <a:srgbClr val="00FF00"/>
                </a:solidFill>
                <a:latin typeface="Courier New" pitchFamily="49"/>
                <a:cs typeface="Courier New" pitchFamily="49"/>
              </a:rPr>
              <a:t>Simulation in test environments</a:t>
            </a:r>
          </a:p>
        </p:txBody>
      </p:sp>
      <p:sp>
        <p:nvSpPr>
          <p:cNvPr id="3" name="Rectangle 7">
            <a:extLst>
              <a:ext uri="{FF2B5EF4-FFF2-40B4-BE49-F238E27FC236}">
                <a16:creationId xmlns:a16="http://schemas.microsoft.com/office/drawing/2014/main" id="{0CC3CB45-97A0-4D07-973F-D8E709063C05}"/>
              </a:ext>
            </a:extLst>
          </p:cNvPr>
          <p:cNvSpPr/>
          <p:nvPr/>
        </p:nvSpPr>
        <p:spPr>
          <a:xfrm>
            <a:off x="4602952" y="3793946"/>
            <a:ext cx="2986092" cy="571500"/>
          </a:xfrm>
          <a:prstGeom prst="rect">
            <a:avLst/>
          </a:prstGeom>
          <a:solidFill>
            <a:srgbClr val="00FF00"/>
          </a:solidFill>
          <a:ln w="38103" cap="flat">
            <a:solidFill>
              <a:srgbClr val="00FF00"/>
            </a:solidFill>
            <a:prstDash val="solid"/>
            <a:miter/>
          </a:ln>
        </p:spPr>
        <p:txBody>
          <a:bodyPr vert="horz" wrap="square" lIns="91440" tIns="45720" rIns="91440" bIns="4572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nl-NL" sz="2000" b="1" i="0" u="none" strike="noStrike" kern="1200" cap="none" spc="0" baseline="0">
                <a:solidFill>
                  <a:srgbClr val="000000"/>
                </a:solidFill>
                <a:uFillTx/>
                <a:latin typeface="Courier New" pitchFamily="49"/>
                <a:cs typeface="Courier New" pitchFamily="49"/>
              </a:rPr>
              <a:t>System under test</a:t>
            </a:r>
          </a:p>
        </p:txBody>
      </p:sp>
      <p:sp>
        <p:nvSpPr>
          <p:cNvPr id="4" name="Rectangle 8">
            <a:extLst>
              <a:ext uri="{FF2B5EF4-FFF2-40B4-BE49-F238E27FC236}">
                <a16:creationId xmlns:a16="http://schemas.microsoft.com/office/drawing/2014/main" id="{0842ECDA-E0BE-441A-80B5-765C2B9AD87F}"/>
              </a:ext>
            </a:extLst>
          </p:cNvPr>
          <p:cNvSpPr/>
          <p:nvPr/>
        </p:nvSpPr>
        <p:spPr>
          <a:xfrm>
            <a:off x="7879558" y="5573514"/>
            <a:ext cx="2143125" cy="981078"/>
          </a:xfrm>
          <a:prstGeom prst="rect">
            <a:avLst/>
          </a:prstGeom>
          <a:noFill/>
          <a:ln w="38103" cap="flat">
            <a:solidFill>
              <a:srgbClr val="00FF00"/>
            </a:solidFill>
            <a:prstDash val="solid"/>
            <a:miter/>
          </a:ln>
        </p:spPr>
        <p:txBody>
          <a:bodyPr vert="horz" wrap="square" lIns="91440" tIns="45720" rIns="91440" bIns="4572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nl-NL" sz="2000" b="0" i="0" u="none" strike="noStrike" kern="1200" cap="none" spc="0" baseline="0">
                <a:solidFill>
                  <a:srgbClr val="00FF00"/>
                </a:solidFill>
                <a:uFillTx/>
                <a:latin typeface="Courier New" pitchFamily="49"/>
                <a:cs typeface="Courier New" pitchFamily="49"/>
              </a:rPr>
              <a:t>Virtualized mainframe</a:t>
            </a:r>
          </a:p>
        </p:txBody>
      </p:sp>
      <p:sp>
        <p:nvSpPr>
          <p:cNvPr id="5" name="Rectangle 10">
            <a:extLst>
              <a:ext uri="{FF2B5EF4-FFF2-40B4-BE49-F238E27FC236}">
                <a16:creationId xmlns:a16="http://schemas.microsoft.com/office/drawing/2014/main" id="{DF8A6E81-DF89-43FD-BE15-4FE45DB563E9}"/>
              </a:ext>
            </a:extLst>
          </p:cNvPr>
          <p:cNvSpPr/>
          <p:nvPr/>
        </p:nvSpPr>
        <p:spPr>
          <a:xfrm>
            <a:off x="7879558" y="1523408"/>
            <a:ext cx="2143125" cy="981078"/>
          </a:xfrm>
          <a:prstGeom prst="rect">
            <a:avLst/>
          </a:prstGeom>
          <a:noFill/>
          <a:ln w="38103" cap="flat">
            <a:solidFill>
              <a:srgbClr val="00FF00"/>
            </a:solidFill>
            <a:prstDash val="solid"/>
            <a:miter/>
          </a:ln>
        </p:spPr>
        <p:txBody>
          <a:bodyPr vert="horz" wrap="square" lIns="91440" tIns="45720" rIns="91440" bIns="4572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nl-NL" sz="2000" b="0" i="0" u="none" strike="noStrike" kern="1200" cap="none" spc="0" baseline="0">
                <a:solidFill>
                  <a:srgbClr val="00FF00"/>
                </a:solidFill>
                <a:uFillTx/>
                <a:latin typeface="Courier New" pitchFamily="49"/>
                <a:cs typeface="Courier New" pitchFamily="49"/>
              </a:rPr>
              <a:t>Virtualized SaaS dependency</a:t>
            </a:r>
          </a:p>
        </p:txBody>
      </p:sp>
      <p:sp>
        <p:nvSpPr>
          <p:cNvPr id="6" name="Rectangle 11">
            <a:extLst>
              <a:ext uri="{FF2B5EF4-FFF2-40B4-BE49-F238E27FC236}">
                <a16:creationId xmlns:a16="http://schemas.microsoft.com/office/drawing/2014/main" id="{4380382A-FF38-444E-9447-8DC9A5E5D898}"/>
              </a:ext>
            </a:extLst>
          </p:cNvPr>
          <p:cNvSpPr/>
          <p:nvPr/>
        </p:nvSpPr>
        <p:spPr>
          <a:xfrm>
            <a:off x="2168124" y="5591967"/>
            <a:ext cx="2143125" cy="981078"/>
          </a:xfrm>
          <a:prstGeom prst="rect">
            <a:avLst/>
          </a:prstGeom>
          <a:noFill/>
          <a:ln w="38103" cap="flat">
            <a:solidFill>
              <a:srgbClr val="00FF00"/>
            </a:solidFill>
            <a:prstDash val="solid"/>
            <a:miter/>
          </a:ln>
        </p:spPr>
        <p:txBody>
          <a:bodyPr vert="horz" wrap="square" lIns="91440" tIns="45720" rIns="91440" bIns="4572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nl-NL" sz="2000" b="0" i="0" u="none" strike="noStrike" kern="1200" cap="none" spc="0" baseline="0">
                <a:solidFill>
                  <a:srgbClr val="00FF00"/>
                </a:solidFill>
                <a:uFillTx/>
                <a:latin typeface="Courier New" pitchFamily="49"/>
                <a:cs typeface="Courier New" pitchFamily="49"/>
              </a:rPr>
              <a:t>Virtualized backend system</a:t>
            </a:r>
          </a:p>
        </p:txBody>
      </p:sp>
      <p:sp>
        <p:nvSpPr>
          <p:cNvPr id="7" name="Rectangle 12">
            <a:extLst>
              <a:ext uri="{FF2B5EF4-FFF2-40B4-BE49-F238E27FC236}">
                <a16:creationId xmlns:a16="http://schemas.microsoft.com/office/drawing/2014/main" id="{E21A9C28-891B-44BA-8F64-98A3F940D0A5}"/>
              </a:ext>
            </a:extLst>
          </p:cNvPr>
          <p:cNvSpPr/>
          <p:nvPr/>
        </p:nvSpPr>
        <p:spPr>
          <a:xfrm>
            <a:off x="2168124" y="1543251"/>
            <a:ext cx="2143125" cy="981078"/>
          </a:xfrm>
          <a:prstGeom prst="rect">
            <a:avLst/>
          </a:prstGeom>
          <a:noFill/>
          <a:ln w="38103" cap="flat">
            <a:solidFill>
              <a:srgbClr val="00FF00"/>
            </a:solidFill>
            <a:prstDash val="solid"/>
            <a:miter/>
          </a:ln>
        </p:spPr>
        <p:txBody>
          <a:bodyPr vert="horz" wrap="square" lIns="91440" tIns="45720" rIns="91440" bIns="4572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nl-NL" sz="2000" b="0" i="0" u="none" strike="noStrike" kern="1200" cap="none" spc="0" baseline="0">
                <a:solidFill>
                  <a:srgbClr val="00FF00"/>
                </a:solidFill>
                <a:uFillTx/>
                <a:latin typeface="Courier New" pitchFamily="49"/>
                <a:cs typeface="Courier New" pitchFamily="49"/>
              </a:rPr>
              <a:t>Virtualized mobile app</a:t>
            </a:r>
          </a:p>
        </p:txBody>
      </p:sp>
      <p:cxnSp>
        <p:nvCxnSpPr>
          <p:cNvPr id="8" name="Elbow Connector 14">
            <a:extLst>
              <a:ext uri="{FF2B5EF4-FFF2-40B4-BE49-F238E27FC236}">
                <a16:creationId xmlns:a16="http://schemas.microsoft.com/office/drawing/2014/main" id="{B73F5317-FF6D-40D2-834D-ED40BD9ADF0D}"/>
              </a:ext>
            </a:extLst>
          </p:cNvPr>
          <p:cNvCxnSpPr>
            <a:stCxn id="3" idx="0"/>
            <a:endCxn id="5" idx="2"/>
          </p:cNvCxnSpPr>
          <p:nvPr/>
        </p:nvCxnSpPr>
        <p:spPr>
          <a:xfrm rot="5400000" flipH="1" flipV="1">
            <a:off x="6878829" y="1721655"/>
            <a:ext cx="1289460" cy="2855123"/>
          </a:xfrm>
          <a:prstGeom prst="bentConnector3">
            <a:avLst>
              <a:gd name="adj1" fmla="val 49261"/>
            </a:avLst>
          </a:prstGeom>
          <a:noFill/>
          <a:ln w="25402" cap="flat">
            <a:solidFill>
              <a:srgbClr val="00FF00"/>
            </a:solidFill>
            <a:prstDash val="solid"/>
            <a:miter/>
            <a:tailEnd type="arrow"/>
          </a:ln>
        </p:spPr>
      </p:cxnSp>
      <p:cxnSp>
        <p:nvCxnSpPr>
          <p:cNvPr id="9" name="Elbow Connector 15">
            <a:extLst>
              <a:ext uri="{FF2B5EF4-FFF2-40B4-BE49-F238E27FC236}">
                <a16:creationId xmlns:a16="http://schemas.microsoft.com/office/drawing/2014/main" id="{15555CF6-4DE5-4E5B-B743-AA5A1C170B90}"/>
              </a:ext>
            </a:extLst>
          </p:cNvPr>
          <p:cNvCxnSpPr>
            <a:stCxn id="3" idx="0"/>
            <a:endCxn id="7" idx="2"/>
          </p:cNvCxnSpPr>
          <p:nvPr/>
        </p:nvCxnSpPr>
        <p:spPr>
          <a:xfrm rot="16200000" flipV="1">
            <a:off x="4033035" y="1730982"/>
            <a:ext cx="1269617" cy="2856311"/>
          </a:xfrm>
          <a:prstGeom prst="bentConnector3">
            <a:avLst>
              <a:gd name="adj1" fmla="val 50000"/>
            </a:avLst>
          </a:prstGeom>
          <a:noFill/>
          <a:ln w="25402" cap="flat">
            <a:solidFill>
              <a:srgbClr val="00FF00"/>
            </a:solidFill>
            <a:prstDash val="solid"/>
            <a:miter/>
            <a:tailEnd type="arrow"/>
          </a:ln>
        </p:spPr>
      </p:cxnSp>
      <p:cxnSp>
        <p:nvCxnSpPr>
          <p:cNvPr id="10" name="Elbow Connector 18">
            <a:extLst>
              <a:ext uri="{FF2B5EF4-FFF2-40B4-BE49-F238E27FC236}">
                <a16:creationId xmlns:a16="http://schemas.microsoft.com/office/drawing/2014/main" id="{2A42BD80-0732-4B17-9A62-9EF9968743DF}"/>
              </a:ext>
            </a:extLst>
          </p:cNvPr>
          <p:cNvCxnSpPr>
            <a:stCxn id="3" idx="2"/>
            <a:endCxn id="4" idx="0"/>
          </p:cNvCxnSpPr>
          <p:nvPr/>
        </p:nvCxnSpPr>
        <p:spPr>
          <a:xfrm rot="16200000" flipH="1">
            <a:off x="6919525" y="3541918"/>
            <a:ext cx="1208068" cy="2855123"/>
          </a:xfrm>
          <a:prstGeom prst="bentConnector3">
            <a:avLst>
              <a:gd name="adj1" fmla="val 50789"/>
            </a:avLst>
          </a:prstGeom>
          <a:noFill/>
          <a:ln w="25402" cap="flat">
            <a:solidFill>
              <a:srgbClr val="00FF00"/>
            </a:solidFill>
            <a:prstDash val="solid"/>
            <a:miter/>
            <a:tailEnd type="arrow"/>
          </a:ln>
        </p:spPr>
      </p:cxnSp>
      <p:cxnSp>
        <p:nvCxnSpPr>
          <p:cNvPr id="11" name="Elbow Connector 21">
            <a:extLst>
              <a:ext uri="{FF2B5EF4-FFF2-40B4-BE49-F238E27FC236}">
                <a16:creationId xmlns:a16="http://schemas.microsoft.com/office/drawing/2014/main" id="{9F66B48A-97E2-4D94-B171-ACDFDDD6A25C}"/>
              </a:ext>
            </a:extLst>
          </p:cNvPr>
          <p:cNvCxnSpPr>
            <a:stCxn id="3" idx="2"/>
            <a:endCxn id="6" idx="0"/>
          </p:cNvCxnSpPr>
          <p:nvPr/>
        </p:nvCxnSpPr>
        <p:spPr>
          <a:xfrm rot="5400000">
            <a:off x="4054583" y="3550551"/>
            <a:ext cx="1226521" cy="2856311"/>
          </a:xfrm>
          <a:prstGeom prst="bentConnector3">
            <a:avLst>
              <a:gd name="adj1" fmla="val 50000"/>
            </a:avLst>
          </a:prstGeom>
          <a:noFill/>
          <a:ln w="25402" cap="flat">
            <a:solidFill>
              <a:srgbClr val="00FF00"/>
            </a:solidFill>
            <a:prstDash val="solid"/>
            <a:miter/>
            <a:tailEnd type="arrow"/>
          </a:ln>
        </p:spPr>
      </p:cxnSp>
      <p:sp>
        <p:nvSpPr>
          <p:cNvPr id="12" name="Rectangle 35">
            <a:extLst>
              <a:ext uri="{FF2B5EF4-FFF2-40B4-BE49-F238E27FC236}">
                <a16:creationId xmlns:a16="http://schemas.microsoft.com/office/drawing/2014/main" id="{06F117ED-1BF7-4158-9E41-37D3FF2C7228}"/>
              </a:ext>
            </a:extLst>
          </p:cNvPr>
          <p:cNvSpPr/>
          <p:nvPr/>
        </p:nvSpPr>
        <p:spPr>
          <a:xfrm>
            <a:off x="2168124" y="3287121"/>
            <a:ext cx="2433639" cy="406405"/>
          </a:xfrm>
          <a:prstGeom prst="rect">
            <a:avLst/>
          </a:prstGeom>
          <a:noFill/>
          <a:ln w="12701" cap="flat">
            <a:solidFill>
              <a:srgbClr val="00FF00"/>
            </a:solidFill>
            <a:prstDash val="solid"/>
            <a:miter/>
          </a:ln>
        </p:spPr>
        <p:txBody>
          <a:bodyPr vert="horz" wrap="square" lIns="91440" tIns="45720" rIns="91440" bIns="4572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nl-NL" sz="1400" b="0" i="0" u="none" strike="noStrike" kern="1200" cap="none" spc="0" baseline="0">
                <a:solidFill>
                  <a:srgbClr val="00FF00"/>
                </a:solidFill>
                <a:uFillTx/>
                <a:latin typeface="Courier New" pitchFamily="49"/>
                <a:cs typeface="Courier New" pitchFamily="49"/>
              </a:rPr>
              <a:t>Unrestricted access</a:t>
            </a:r>
          </a:p>
        </p:txBody>
      </p:sp>
      <p:sp>
        <p:nvSpPr>
          <p:cNvPr id="13" name="Rectangle 16">
            <a:extLst>
              <a:ext uri="{FF2B5EF4-FFF2-40B4-BE49-F238E27FC236}">
                <a16:creationId xmlns:a16="http://schemas.microsoft.com/office/drawing/2014/main" id="{EA2CB03F-82F2-4BB6-BEFF-247956C5AB0E}"/>
              </a:ext>
            </a:extLst>
          </p:cNvPr>
          <p:cNvSpPr/>
          <p:nvPr/>
        </p:nvSpPr>
        <p:spPr>
          <a:xfrm>
            <a:off x="2168124" y="4456310"/>
            <a:ext cx="2433639" cy="406405"/>
          </a:xfrm>
          <a:prstGeom prst="rect">
            <a:avLst/>
          </a:prstGeom>
          <a:noFill/>
          <a:ln w="12701" cap="flat">
            <a:solidFill>
              <a:srgbClr val="00FF00"/>
            </a:solidFill>
            <a:prstDash val="solid"/>
            <a:miter/>
          </a:ln>
        </p:spPr>
        <p:txBody>
          <a:bodyPr vert="horz" wrap="square" lIns="91440" tIns="45720" rIns="91440" bIns="4572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nl-NL" sz="1400" b="0" i="0" u="none" strike="noStrike" kern="1200" cap="none" spc="0" baseline="0">
                <a:solidFill>
                  <a:srgbClr val="00FF00"/>
                </a:solidFill>
                <a:uFillTx/>
                <a:latin typeface="Courier New" pitchFamily="49"/>
                <a:cs typeface="Courier New" pitchFamily="49"/>
              </a:rPr>
              <a:t>Unrestricted access</a:t>
            </a:r>
          </a:p>
        </p:txBody>
      </p:sp>
      <p:sp>
        <p:nvSpPr>
          <p:cNvPr id="14" name="Rectangle 17">
            <a:extLst>
              <a:ext uri="{FF2B5EF4-FFF2-40B4-BE49-F238E27FC236}">
                <a16:creationId xmlns:a16="http://schemas.microsoft.com/office/drawing/2014/main" id="{57EB728C-133F-4707-9E06-C740B29D0710}"/>
              </a:ext>
            </a:extLst>
          </p:cNvPr>
          <p:cNvSpPr/>
          <p:nvPr/>
        </p:nvSpPr>
        <p:spPr>
          <a:xfrm>
            <a:off x="7589044" y="3287121"/>
            <a:ext cx="2433639" cy="406405"/>
          </a:xfrm>
          <a:prstGeom prst="rect">
            <a:avLst/>
          </a:prstGeom>
          <a:noFill/>
          <a:ln w="12701" cap="flat">
            <a:solidFill>
              <a:srgbClr val="00FF00"/>
            </a:solidFill>
            <a:prstDash val="solid"/>
            <a:miter/>
          </a:ln>
        </p:spPr>
        <p:txBody>
          <a:bodyPr vert="horz" wrap="square" lIns="91440" tIns="45720" rIns="91440" bIns="4572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nl-NL" sz="1400" b="0" i="0" u="none" strike="noStrike" kern="1200" cap="none" spc="0" baseline="0">
                <a:solidFill>
                  <a:srgbClr val="00FF00"/>
                </a:solidFill>
                <a:uFillTx/>
                <a:latin typeface="Courier New" pitchFamily="49"/>
                <a:cs typeface="Courier New" pitchFamily="49"/>
              </a:rPr>
              <a:t>Unrestricted access</a:t>
            </a:r>
          </a:p>
        </p:txBody>
      </p:sp>
      <p:sp>
        <p:nvSpPr>
          <p:cNvPr id="15" name="Rectangle 19">
            <a:extLst>
              <a:ext uri="{FF2B5EF4-FFF2-40B4-BE49-F238E27FC236}">
                <a16:creationId xmlns:a16="http://schemas.microsoft.com/office/drawing/2014/main" id="{D6EDB110-FB89-4288-A184-2E40E825C769}"/>
              </a:ext>
            </a:extLst>
          </p:cNvPr>
          <p:cNvSpPr/>
          <p:nvPr/>
        </p:nvSpPr>
        <p:spPr>
          <a:xfrm>
            <a:off x="7589044" y="4456310"/>
            <a:ext cx="2433639" cy="406405"/>
          </a:xfrm>
          <a:prstGeom prst="rect">
            <a:avLst/>
          </a:prstGeom>
          <a:noFill/>
          <a:ln w="12701" cap="flat">
            <a:solidFill>
              <a:srgbClr val="00FF00"/>
            </a:solidFill>
            <a:prstDash val="solid"/>
            <a:miter/>
          </a:ln>
        </p:spPr>
        <p:txBody>
          <a:bodyPr vert="horz" wrap="square" lIns="91440" tIns="45720" rIns="91440" bIns="4572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nl-NL" sz="1400" b="0" i="0" u="none" strike="noStrike" kern="1200" cap="none" spc="0" baseline="0">
                <a:solidFill>
                  <a:srgbClr val="00FF00"/>
                </a:solidFill>
                <a:uFillTx/>
                <a:latin typeface="Courier New" pitchFamily="49"/>
                <a:cs typeface="Courier New" pitchFamily="49"/>
              </a:rPr>
              <a:t>Unrestricted access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2A82EA5-048D-4FF3-9E42-663F12039CB2}"/>
              </a:ext>
            </a:extLst>
          </p:cNvPr>
          <p:cNvSpPr txBox="1">
            <a:spLocks noGrp="1"/>
          </p:cNvSpPr>
          <p:nvPr>
            <p:ph type="title"/>
          </p:nvPr>
        </p:nvSpPr>
        <p:spPr/>
        <p:txBody>
          <a:bodyPr/>
          <a:lstStyle/>
          <a:p>
            <a:pPr lvl="0"/>
            <a:r>
              <a:rPr lang="nl-NL">
                <a:solidFill>
                  <a:srgbClr val="00FF00"/>
                </a:solidFill>
                <a:latin typeface="Courier New" pitchFamily="49"/>
                <a:cs typeface="Courier New" pitchFamily="49"/>
              </a:rPr>
              <a:t>Our system under test</a:t>
            </a:r>
            <a:endParaRPr lang="nl-NL" dirty="0">
              <a:solidFill>
                <a:srgbClr val="00FF00"/>
              </a:solidFill>
              <a:latin typeface="Courier New" pitchFamily="49"/>
              <a:cs typeface="Courier New" pitchFamily="49"/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C66CBD5-322C-403E-8500-FB1821C2371C}"/>
              </a:ext>
            </a:extLst>
          </p:cNvPr>
          <p:cNvSpPr txBox="1"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pPr lvl="0">
              <a:buFont typeface="Courier New" pitchFamily="49"/>
              <a:buChar char="_"/>
            </a:pPr>
            <a:r>
              <a:rPr lang="nl-NL">
                <a:solidFill>
                  <a:srgbClr val="00FF00"/>
                </a:solidFill>
                <a:latin typeface="Courier New" pitchFamily="49"/>
                <a:cs typeface="Courier New" pitchFamily="49"/>
              </a:rPr>
              <a:t>ParaBank</a:t>
            </a:r>
            <a:endParaRPr lang="nl-NL" dirty="0">
              <a:solidFill>
                <a:srgbClr val="00FF00"/>
              </a:solidFill>
              <a:latin typeface="Courier New" pitchFamily="49"/>
              <a:cs typeface="Courier New" pitchFamily="49"/>
            </a:endParaRPr>
          </a:p>
          <a:p>
            <a:pPr lvl="0">
              <a:buFont typeface="Courier New" pitchFamily="49"/>
              <a:buChar char="_"/>
            </a:pPr>
            <a:endParaRPr lang="nl-NL" dirty="0">
              <a:solidFill>
                <a:srgbClr val="00FF00"/>
              </a:solidFill>
              <a:latin typeface="Courier New" pitchFamily="49"/>
              <a:cs typeface="Courier New" pitchFamily="49"/>
            </a:endParaRPr>
          </a:p>
          <a:p>
            <a:pPr lvl="0">
              <a:buFont typeface="Courier New" pitchFamily="49"/>
              <a:buChar char="_"/>
            </a:pPr>
            <a:r>
              <a:rPr lang="nl-NL">
                <a:solidFill>
                  <a:srgbClr val="00FF00"/>
                </a:solidFill>
                <a:latin typeface="Courier New" pitchFamily="49"/>
                <a:cs typeface="Courier New" pitchFamily="49"/>
              </a:rPr>
              <a:t>The world’s least safe</a:t>
            </a:r>
          </a:p>
          <a:p>
            <a:pPr marL="0" lvl="0" indent="0">
              <a:buNone/>
            </a:pPr>
            <a:r>
              <a:rPr lang="nl-NL">
                <a:solidFill>
                  <a:srgbClr val="00FF00"/>
                </a:solidFill>
                <a:latin typeface="Courier New" pitchFamily="49"/>
                <a:cs typeface="Courier New" pitchFamily="49"/>
              </a:rPr>
              <a:t> online bank</a:t>
            </a:r>
          </a:p>
          <a:p>
            <a:pPr marL="0" lvl="0" indent="0">
              <a:buNone/>
            </a:pPr>
            <a:endParaRPr lang="nl-NL" dirty="0">
              <a:solidFill>
                <a:srgbClr val="00FF00"/>
              </a:solidFill>
              <a:latin typeface="Courier New" pitchFamily="49"/>
              <a:cs typeface="Courier New" pitchFamily="49"/>
            </a:endParaRPr>
          </a:p>
          <a:p>
            <a:pPr lvl="0">
              <a:buFont typeface="Courier New" pitchFamily="49"/>
              <a:buChar char="_"/>
            </a:pPr>
            <a:r>
              <a:rPr lang="nl-NL">
                <a:solidFill>
                  <a:srgbClr val="00FF00"/>
                </a:solidFill>
                <a:latin typeface="Courier New" pitchFamily="49"/>
                <a:cs typeface="Courier New" pitchFamily="49"/>
              </a:rPr>
              <a:t>Request Loan process</a:t>
            </a:r>
          </a:p>
          <a:p>
            <a:pPr lvl="0">
              <a:buFont typeface="Courier New" pitchFamily="49"/>
              <a:buChar char="_"/>
            </a:pPr>
            <a:endParaRPr lang="nl-NL">
              <a:solidFill>
                <a:srgbClr val="00FF00"/>
              </a:solidFill>
              <a:latin typeface="Courier New" pitchFamily="49"/>
              <a:cs typeface="Courier New" pitchFamily="49"/>
            </a:endParaRPr>
          </a:p>
          <a:p>
            <a:pPr lvl="0">
              <a:buFont typeface="Courier New" pitchFamily="49"/>
              <a:buChar char="_"/>
            </a:pPr>
            <a:r>
              <a:rPr lang="nl-NL">
                <a:solidFill>
                  <a:srgbClr val="00FF00"/>
                </a:solidFill>
                <a:latin typeface="Courier New" pitchFamily="49"/>
                <a:cs typeface="Courier New" pitchFamily="49"/>
              </a:rPr>
              <a:t>Loan application is processed by 3rd party loan provider component</a:t>
            </a:r>
            <a:endParaRPr lang="nl-NL" dirty="0">
              <a:solidFill>
                <a:srgbClr val="00FF00"/>
              </a:solidFill>
              <a:latin typeface="Courier New" pitchFamily="49"/>
              <a:cs typeface="Courier New" pitchFamily="49"/>
            </a:endParaRPr>
          </a:p>
          <a:p>
            <a:pPr lvl="0">
              <a:buFont typeface="Courier New" pitchFamily="49"/>
              <a:buChar char="_"/>
            </a:pPr>
            <a:endParaRPr lang="nl-NL" dirty="0">
              <a:solidFill>
                <a:srgbClr val="00FF00"/>
              </a:solidFill>
              <a:latin typeface="Courier New" pitchFamily="49"/>
              <a:cs typeface="Courier New" pitchFamily="49"/>
            </a:endParaRPr>
          </a:p>
          <a:p>
            <a:pPr lvl="0">
              <a:buFont typeface="Courier New" pitchFamily="49"/>
              <a:buChar char="_"/>
            </a:pPr>
            <a:endParaRPr lang="nl-NL" dirty="0">
              <a:solidFill>
                <a:srgbClr val="00FF00"/>
              </a:solidFill>
              <a:latin typeface="Courier New" pitchFamily="49"/>
              <a:cs typeface="Courier New" pitchFamily="49"/>
            </a:endParaRPr>
          </a:p>
          <a:p>
            <a:pPr lvl="0">
              <a:buFont typeface="Courier New" pitchFamily="49"/>
              <a:buChar char="_"/>
            </a:pPr>
            <a:endParaRPr lang="nl-NL" dirty="0">
              <a:solidFill>
                <a:srgbClr val="00FF00"/>
              </a:solidFill>
              <a:latin typeface="Courier New" pitchFamily="49"/>
              <a:cs typeface="Courier New" pitchFamily="49"/>
            </a:endParaRPr>
          </a:p>
        </p:txBody>
      </p:sp>
      <p:pic>
        <p:nvPicPr>
          <p:cNvPr id="4" name="Afbeelding 3">
            <a:extLst>
              <a:ext uri="{FF2B5EF4-FFF2-40B4-BE49-F238E27FC236}">
                <a16:creationId xmlns:a16="http://schemas.microsoft.com/office/drawing/2014/main" id="{6F8B6CD0-98B0-4AE7-AE6A-01C967A0B0C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24575" y="1690688"/>
            <a:ext cx="6067425" cy="25050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98971828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hthoek: afgeronde hoeken 5">
            <a:extLst>
              <a:ext uri="{FF2B5EF4-FFF2-40B4-BE49-F238E27FC236}">
                <a16:creationId xmlns:a16="http://schemas.microsoft.com/office/drawing/2014/main" id="{45B31714-79D5-4F9A-8CDB-E0FC8AE00BA5}"/>
              </a:ext>
            </a:extLst>
          </p:cNvPr>
          <p:cNvSpPr/>
          <p:nvPr/>
        </p:nvSpPr>
        <p:spPr>
          <a:xfrm>
            <a:off x="9406310" y="1936142"/>
            <a:ext cx="2214189" cy="1847850"/>
          </a:xfrm>
          <a:prstGeom prst="roundRect">
            <a:avLst/>
          </a:prstGeom>
          <a:noFill/>
          <a:ln w="38100">
            <a:solidFill>
              <a:srgbClr val="00FF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>
                <a:ln>
                  <a:noFill/>
                </a:ln>
                <a:solidFill>
                  <a:srgbClr val="00FF00"/>
                </a:solidFill>
                <a:effectLst/>
                <a:uLnTx/>
                <a:uFillTx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Loan Processor service</a:t>
            </a:r>
            <a:endParaRPr kumimoji="0" lang="en-NL" sz="2400" b="0" i="0" u="none" strike="noStrike" kern="1200" cap="none" spc="0" normalizeH="0" baseline="0" noProof="0">
              <a:ln>
                <a:noFill/>
              </a:ln>
              <a:solidFill>
                <a:srgbClr val="00FF00"/>
              </a:solidFill>
              <a:effectLst/>
              <a:uLnTx/>
              <a:uFillTx/>
              <a:latin typeface="Courier New" panose="02070309020205020404" pitchFamily="49" charset="0"/>
              <a:ea typeface="+mn-ea"/>
              <a:cs typeface="Courier New" panose="02070309020205020404" pitchFamily="49" charset="0"/>
            </a:endParaRPr>
          </a:p>
        </p:txBody>
      </p:sp>
      <p:sp>
        <p:nvSpPr>
          <p:cNvPr id="7" name="Pijl: rechts 6">
            <a:extLst>
              <a:ext uri="{FF2B5EF4-FFF2-40B4-BE49-F238E27FC236}">
                <a16:creationId xmlns:a16="http://schemas.microsoft.com/office/drawing/2014/main" id="{61E5B8DE-27F1-444C-B282-6DBE3C392313}"/>
              </a:ext>
            </a:extLst>
          </p:cNvPr>
          <p:cNvSpPr/>
          <p:nvPr/>
        </p:nvSpPr>
        <p:spPr>
          <a:xfrm>
            <a:off x="7615611" y="2266951"/>
            <a:ext cx="1008152" cy="240691"/>
          </a:xfrm>
          <a:prstGeom prst="rightArrow">
            <a:avLst/>
          </a:prstGeom>
          <a:noFill/>
          <a:ln w="38100">
            <a:solidFill>
              <a:srgbClr val="00FF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NL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" name="Rechthoek: afgeronde hoeken 1">
            <a:extLst>
              <a:ext uri="{FF2B5EF4-FFF2-40B4-BE49-F238E27FC236}">
                <a16:creationId xmlns:a16="http://schemas.microsoft.com/office/drawing/2014/main" id="{286DAB1A-5827-3AA4-F747-CCEC6B9B9501}"/>
              </a:ext>
            </a:extLst>
          </p:cNvPr>
          <p:cNvSpPr/>
          <p:nvPr/>
        </p:nvSpPr>
        <p:spPr>
          <a:xfrm>
            <a:off x="8748337" y="1936142"/>
            <a:ext cx="657973" cy="1847850"/>
          </a:xfrm>
          <a:prstGeom prst="roundRect">
            <a:avLst/>
          </a:prstGeom>
          <a:noFill/>
          <a:ln w="38100">
            <a:solidFill>
              <a:srgbClr val="00FF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3200" b="0" i="0" u="none" strike="noStrike" kern="1200" cap="none" spc="0" normalizeH="0" baseline="0" noProof="0">
                <a:ln>
                  <a:noFill/>
                </a:ln>
                <a:solidFill>
                  <a:srgbClr val="00FF00"/>
                </a:solidFill>
                <a:effectLst/>
                <a:uLnTx/>
                <a:uFillTx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API</a:t>
            </a:r>
            <a:endParaRPr kumimoji="0" lang="en-NL" sz="3200" b="0" i="0" u="none" strike="noStrike" kern="1200" cap="none" spc="0" normalizeH="0" baseline="0" noProof="0">
              <a:ln>
                <a:noFill/>
              </a:ln>
              <a:solidFill>
                <a:srgbClr val="00FF00"/>
              </a:solidFill>
              <a:effectLst/>
              <a:uLnTx/>
              <a:uFillTx/>
              <a:latin typeface="Courier New" panose="02070309020205020404" pitchFamily="49" charset="0"/>
              <a:ea typeface="+mn-ea"/>
              <a:cs typeface="Courier New" panose="02070309020205020404" pitchFamily="49" charset="0"/>
            </a:endParaRPr>
          </a:p>
        </p:txBody>
      </p:sp>
      <p:sp>
        <p:nvSpPr>
          <p:cNvPr id="3" name="Pijl: rechts 2">
            <a:extLst>
              <a:ext uri="{FF2B5EF4-FFF2-40B4-BE49-F238E27FC236}">
                <a16:creationId xmlns:a16="http://schemas.microsoft.com/office/drawing/2014/main" id="{D8632A38-5D75-B2C4-CB71-C0E6DA92808D}"/>
              </a:ext>
            </a:extLst>
          </p:cNvPr>
          <p:cNvSpPr/>
          <p:nvPr/>
        </p:nvSpPr>
        <p:spPr>
          <a:xfrm rot="10800000">
            <a:off x="7620000" y="3295651"/>
            <a:ext cx="1008152" cy="240691"/>
          </a:xfrm>
          <a:prstGeom prst="rightArrow">
            <a:avLst/>
          </a:prstGeom>
          <a:noFill/>
          <a:ln w="38100">
            <a:solidFill>
              <a:srgbClr val="00FF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NL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" name="Rechthoek: afgeronde hoeken 3">
            <a:extLst>
              <a:ext uri="{FF2B5EF4-FFF2-40B4-BE49-F238E27FC236}">
                <a16:creationId xmlns:a16="http://schemas.microsoft.com/office/drawing/2014/main" id="{FF2D65B7-BA28-A08A-1211-31D10F55B292}"/>
              </a:ext>
            </a:extLst>
          </p:cNvPr>
          <p:cNvSpPr/>
          <p:nvPr/>
        </p:nvSpPr>
        <p:spPr>
          <a:xfrm>
            <a:off x="4700962" y="1936142"/>
            <a:ext cx="2790076" cy="1847850"/>
          </a:xfrm>
          <a:prstGeom prst="roundRect">
            <a:avLst/>
          </a:prstGeom>
          <a:noFill/>
          <a:ln w="38100">
            <a:solidFill>
              <a:srgbClr val="00FF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>
                <a:ln>
                  <a:noFill/>
                </a:ln>
                <a:solidFill>
                  <a:srgbClr val="00FF00"/>
                </a:solidFill>
                <a:effectLst/>
                <a:uLnTx/>
                <a:uFillTx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ParaBank middleware</a:t>
            </a:r>
            <a:endParaRPr kumimoji="0" lang="en-NL" sz="2400" b="0" i="0" u="none" strike="noStrike" kern="1200" cap="none" spc="0" normalizeH="0" baseline="0" noProof="0">
              <a:ln>
                <a:noFill/>
              </a:ln>
              <a:solidFill>
                <a:srgbClr val="00FF00"/>
              </a:solidFill>
              <a:effectLst/>
              <a:uLnTx/>
              <a:uFillTx/>
              <a:latin typeface="Courier New" panose="02070309020205020404" pitchFamily="49" charset="0"/>
              <a:ea typeface="+mn-ea"/>
              <a:cs typeface="Courier New" panose="02070309020205020404" pitchFamily="49" charset="0"/>
            </a:endParaRPr>
          </a:p>
        </p:txBody>
      </p:sp>
      <p:sp>
        <p:nvSpPr>
          <p:cNvPr id="17" name="Pijl: rechts 16">
            <a:extLst>
              <a:ext uri="{FF2B5EF4-FFF2-40B4-BE49-F238E27FC236}">
                <a16:creationId xmlns:a16="http://schemas.microsoft.com/office/drawing/2014/main" id="{033C8729-0487-8FD0-8E89-DFB6F3293A26}"/>
              </a:ext>
            </a:extLst>
          </p:cNvPr>
          <p:cNvSpPr/>
          <p:nvPr/>
        </p:nvSpPr>
        <p:spPr>
          <a:xfrm>
            <a:off x="2910264" y="2266951"/>
            <a:ext cx="1008152" cy="240691"/>
          </a:xfrm>
          <a:prstGeom prst="rightArrow">
            <a:avLst/>
          </a:prstGeom>
          <a:noFill/>
          <a:ln w="38100">
            <a:solidFill>
              <a:srgbClr val="00FF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NL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8" name="Pijl: rechts 17">
            <a:extLst>
              <a:ext uri="{FF2B5EF4-FFF2-40B4-BE49-F238E27FC236}">
                <a16:creationId xmlns:a16="http://schemas.microsoft.com/office/drawing/2014/main" id="{D159F41C-DD31-7F7D-4B2C-BC454C1C6DFB}"/>
              </a:ext>
            </a:extLst>
          </p:cNvPr>
          <p:cNvSpPr/>
          <p:nvPr/>
        </p:nvSpPr>
        <p:spPr>
          <a:xfrm rot="10800000">
            <a:off x="2914653" y="3295651"/>
            <a:ext cx="1008152" cy="240691"/>
          </a:xfrm>
          <a:prstGeom prst="rightArrow">
            <a:avLst/>
          </a:prstGeom>
          <a:noFill/>
          <a:ln w="38100">
            <a:solidFill>
              <a:srgbClr val="00FF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NL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9" name="Rechthoek: afgeronde hoeken 18">
            <a:extLst>
              <a:ext uri="{FF2B5EF4-FFF2-40B4-BE49-F238E27FC236}">
                <a16:creationId xmlns:a16="http://schemas.microsoft.com/office/drawing/2014/main" id="{40CD6EF4-BFD4-4447-3D1E-7DFED2A323C4}"/>
              </a:ext>
            </a:extLst>
          </p:cNvPr>
          <p:cNvSpPr/>
          <p:nvPr/>
        </p:nvSpPr>
        <p:spPr>
          <a:xfrm>
            <a:off x="4047378" y="1936142"/>
            <a:ext cx="657973" cy="1847850"/>
          </a:xfrm>
          <a:prstGeom prst="roundRect">
            <a:avLst/>
          </a:prstGeom>
          <a:noFill/>
          <a:ln w="38100">
            <a:solidFill>
              <a:srgbClr val="00FF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3200" b="0" i="0" u="none" strike="noStrike" kern="1200" cap="none" spc="0" normalizeH="0" baseline="0" noProof="0">
                <a:ln>
                  <a:noFill/>
                </a:ln>
                <a:solidFill>
                  <a:srgbClr val="00FF00"/>
                </a:solidFill>
                <a:effectLst/>
                <a:uLnTx/>
                <a:uFillTx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API</a:t>
            </a:r>
            <a:endParaRPr kumimoji="0" lang="en-NL" sz="3200" b="0" i="0" u="none" strike="noStrike" kern="1200" cap="none" spc="0" normalizeH="0" baseline="0" noProof="0">
              <a:ln>
                <a:noFill/>
              </a:ln>
              <a:solidFill>
                <a:srgbClr val="00FF00"/>
              </a:solidFill>
              <a:effectLst/>
              <a:uLnTx/>
              <a:uFillTx/>
              <a:latin typeface="Courier New" panose="02070309020205020404" pitchFamily="49" charset="0"/>
              <a:ea typeface="+mn-ea"/>
              <a:cs typeface="Courier New" panose="02070309020205020404" pitchFamily="49" charset="0"/>
            </a:endParaRPr>
          </a:p>
        </p:txBody>
      </p:sp>
      <p:sp>
        <p:nvSpPr>
          <p:cNvPr id="20" name="Rechthoek: afgeronde hoeken 19">
            <a:extLst>
              <a:ext uri="{FF2B5EF4-FFF2-40B4-BE49-F238E27FC236}">
                <a16:creationId xmlns:a16="http://schemas.microsoft.com/office/drawing/2014/main" id="{1F5909E0-8295-DD97-AB32-EC38F2FEB7FF}"/>
              </a:ext>
            </a:extLst>
          </p:cNvPr>
          <p:cNvSpPr/>
          <p:nvPr/>
        </p:nvSpPr>
        <p:spPr>
          <a:xfrm>
            <a:off x="571501" y="1936142"/>
            <a:ext cx="2209802" cy="1847850"/>
          </a:xfrm>
          <a:prstGeom prst="roundRect">
            <a:avLst/>
          </a:prstGeom>
          <a:noFill/>
          <a:ln w="38100">
            <a:solidFill>
              <a:srgbClr val="00FF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>
                <a:ln>
                  <a:noFill/>
                </a:ln>
                <a:solidFill>
                  <a:srgbClr val="00FF00"/>
                </a:solidFill>
                <a:effectLst/>
                <a:uLnTx/>
                <a:uFillTx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Frontend</a:t>
            </a: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>
                <a:ln>
                  <a:noFill/>
                </a:ln>
                <a:solidFill>
                  <a:srgbClr val="00FF00"/>
                </a:solidFill>
                <a:effectLst/>
                <a:uLnTx/>
                <a:uFillTx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/</a:t>
            </a: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>
                <a:ln>
                  <a:noFill/>
                </a:ln>
                <a:solidFill>
                  <a:srgbClr val="00FF00"/>
                </a:solidFill>
                <a:effectLst/>
                <a:uLnTx/>
                <a:uFillTx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API client</a:t>
            </a:r>
            <a:endParaRPr kumimoji="0" lang="en-NL" sz="2400" b="0" i="0" u="none" strike="noStrike" kern="1200" cap="none" spc="0" normalizeH="0" baseline="0" noProof="0">
              <a:ln>
                <a:noFill/>
              </a:ln>
              <a:solidFill>
                <a:srgbClr val="00FF00"/>
              </a:solidFill>
              <a:effectLst/>
              <a:uLnTx/>
              <a:uFillTx/>
              <a:latin typeface="Courier New" panose="02070309020205020404" pitchFamily="49" charset="0"/>
              <a:ea typeface="+mn-ea"/>
              <a:cs typeface="Courier New" panose="02070309020205020404" pitchFamily="49" charset="0"/>
            </a:endParaRPr>
          </a:p>
        </p:txBody>
      </p:sp>
      <p:sp>
        <p:nvSpPr>
          <p:cNvPr id="21" name="Rechthoek: afgeronde hoeken 20">
            <a:extLst>
              <a:ext uri="{FF2B5EF4-FFF2-40B4-BE49-F238E27FC236}">
                <a16:creationId xmlns:a16="http://schemas.microsoft.com/office/drawing/2014/main" id="{6B4F1862-FBE4-B9DA-FC29-0BCE3F1ADFF8}"/>
              </a:ext>
            </a:extLst>
          </p:cNvPr>
          <p:cNvSpPr/>
          <p:nvPr/>
        </p:nvSpPr>
        <p:spPr>
          <a:xfrm>
            <a:off x="8297024" y="1711021"/>
            <a:ext cx="3609226" cy="3409950"/>
          </a:xfrm>
          <a:prstGeom prst="roundRect">
            <a:avLst/>
          </a:prstGeom>
          <a:noFill/>
          <a:ln w="38100">
            <a:solidFill>
              <a:srgbClr val="00FF00"/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000" b="0" i="0" u="none" strike="noStrike" kern="1200" cap="none" spc="0" normalizeH="0" baseline="0" noProof="0">
                <a:ln>
                  <a:noFill/>
                </a:ln>
                <a:solidFill>
                  <a:srgbClr val="00FF00"/>
                </a:solidFill>
                <a:effectLst/>
                <a:uLnTx/>
                <a:uFillTx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3</a:t>
            </a:r>
            <a:r>
              <a:rPr kumimoji="0" lang="en-US" sz="2000" b="0" i="0" u="none" strike="noStrike" kern="1200" cap="none" spc="0" normalizeH="0" baseline="30000" noProof="0">
                <a:ln>
                  <a:noFill/>
                </a:ln>
                <a:solidFill>
                  <a:srgbClr val="00FF00"/>
                </a:solidFill>
                <a:effectLst/>
                <a:uLnTx/>
                <a:uFillTx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rd</a:t>
            </a:r>
            <a:r>
              <a:rPr kumimoji="0" lang="en-US" sz="2000" b="0" i="0" u="none" strike="noStrike" kern="1200" cap="none" spc="0" normalizeH="0" baseline="0" noProof="0">
                <a:ln>
                  <a:noFill/>
                </a:ln>
                <a:solidFill>
                  <a:srgbClr val="00FF00"/>
                </a:solidFill>
                <a:effectLst/>
                <a:uLnTx/>
                <a:uFillTx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 party development team</a:t>
            </a:r>
            <a:endParaRPr kumimoji="0" lang="en-NL" sz="3200" b="0" i="0" u="none" strike="noStrike" kern="1200" cap="none" spc="0" normalizeH="0" baseline="0" noProof="0">
              <a:ln>
                <a:noFill/>
              </a:ln>
              <a:solidFill>
                <a:srgbClr val="00FF00"/>
              </a:solidFill>
              <a:effectLst/>
              <a:uLnTx/>
              <a:uFillTx/>
              <a:latin typeface="Courier New" panose="02070309020205020404" pitchFamily="49" charset="0"/>
              <a:ea typeface="+mn-ea"/>
              <a:cs typeface="Courier New" panose="02070309020205020404" pitchFamily="49" charset="0"/>
            </a:endParaRPr>
          </a:p>
        </p:txBody>
      </p:sp>
      <p:sp>
        <p:nvSpPr>
          <p:cNvPr id="22" name="Rechthoek: afgeronde hoeken 21">
            <a:extLst>
              <a:ext uri="{FF2B5EF4-FFF2-40B4-BE49-F238E27FC236}">
                <a16:creationId xmlns:a16="http://schemas.microsoft.com/office/drawing/2014/main" id="{3D771FE0-C3F8-DA62-98AB-875AAA957F69}"/>
              </a:ext>
            </a:extLst>
          </p:cNvPr>
          <p:cNvSpPr/>
          <p:nvPr/>
        </p:nvSpPr>
        <p:spPr>
          <a:xfrm>
            <a:off x="285749" y="1724025"/>
            <a:ext cx="7648575" cy="3409950"/>
          </a:xfrm>
          <a:prstGeom prst="roundRect">
            <a:avLst/>
          </a:prstGeom>
          <a:noFill/>
          <a:ln w="38100">
            <a:solidFill>
              <a:srgbClr val="00FF00"/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000" b="0" i="0" u="none" strike="noStrike" kern="1200" cap="none" spc="0" normalizeH="0" baseline="0" noProof="0">
                <a:ln>
                  <a:noFill/>
                </a:ln>
                <a:solidFill>
                  <a:srgbClr val="00FF00"/>
                </a:solidFill>
                <a:effectLst/>
                <a:uLnTx/>
                <a:uFillTx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ParaBank development team</a:t>
            </a:r>
            <a:endParaRPr kumimoji="0" lang="en-NL" sz="3200" b="0" i="0" u="none" strike="noStrike" kern="1200" cap="none" spc="0" normalizeH="0" baseline="0" noProof="0">
              <a:ln>
                <a:noFill/>
              </a:ln>
              <a:solidFill>
                <a:srgbClr val="00FF00"/>
              </a:solidFill>
              <a:effectLst/>
              <a:uLnTx/>
              <a:uFillTx/>
              <a:latin typeface="Courier New" panose="02070309020205020404" pitchFamily="49" charset="0"/>
              <a:ea typeface="+mn-ea"/>
              <a:cs typeface="Courier New" panose="020703090202050204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871124391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hthoek: afgeronde hoeken 5">
            <a:extLst>
              <a:ext uri="{FF2B5EF4-FFF2-40B4-BE49-F238E27FC236}">
                <a16:creationId xmlns:a16="http://schemas.microsoft.com/office/drawing/2014/main" id="{45B31714-79D5-4F9A-8CDB-E0FC8AE00BA5}"/>
              </a:ext>
            </a:extLst>
          </p:cNvPr>
          <p:cNvSpPr/>
          <p:nvPr/>
        </p:nvSpPr>
        <p:spPr>
          <a:xfrm>
            <a:off x="9406310" y="1936142"/>
            <a:ext cx="2214189" cy="1847850"/>
          </a:xfrm>
          <a:prstGeom prst="roundRect">
            <a:avLst/>
          </a:prstGeom>
          <a:noFill/>
          <a:ln w="38100">
            <a:solidFill>
              <a:schemeClr val="accent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>
                <a:ln>
                  <a:noFill/>
                </a:ln>
                <a:solidFill>
                  <a:srgbClr val="5B9BD5">
                    <a:lumMod val="60000"/>
                    <a:lumOff val="40000"/>
                  </a:srgbClr>
                </a:solidFill>
                <a:effectLst/>
                <a:uLnTx/>
                <a:uFillTx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Simulated Loan Processor service</a:t>
            </a:r>
            <a:endParaRPr kumimoji="0" lang="en-NL" sz="2400" b="0" i="0" u="none" strike="noStrike" kern="1200" cap="none" spc="0" normalizeH="0" baseline="0" noProof="0">
              <a:ln>
                <a:noFill/>
              </a:ln>
              <a:solidFill>
                <a:srgbClr val="5B9BD5">
                  <a:lumMod val="60000"/>
                  <a:lumOff val="40000"/>
                </a:srgbClr>
              </a:solidFill>
              <a:effectLst/>
              <a:uLnTx/>
              <a:uFillTx/>
              <a:latin typeface="Courier New" panose="02070309020205020404" pitchFamily="49" charset="0"/>
              <a:ea typeface="+mn-ea"/>
              <a:cs typeface="Courier New" panose="02070309020205020404" pitchFamily="49" charset="0"/>
            </a:endParaRPr>
          </a:p>
        </p:txBody>
      </p:sp>
      <p:sp>
        <p:nvSpPr>
          <p:cNvPr id="7" name="Pijl: rechts 6">
            <a:extLst>
              <a:ext uri="{FF2B5EF4-FFF2-40B4-BE49-F238E27FC236}">
                <a16:creationId xmlns:a16="http://schemas.microsoft.com/office/drawing/2014/main" id="{61E5B8DE-27F1-444C-B282-6DBE3C392313}"/>
              </a:ext>
            </a:extLst>
          </p:cNvPr>
          <p:cNvSpPr/>
          <p:nvPr/>
        </p:nvSpPr>
        <p:spPr>
          <a:xfrm>
            <a:off x="7615611" y="2266951"/>
            <a:ext cx="1008152" cy="240691"/>
          </a:xfrm>
          <a:prstGeom prst="rightArrow">
            <a:avLst/>
          </a:prstGeom>
          <a:noFill/>
          <a:ln w="38100">
            <a:solidFill>
              <a:srgbClr val="00FF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NL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" name="Rechthoek: afgeronde hoeken 1">
            <a:extLst>
              <a:ext uri="{FF2B5EF4-FFF2-40B4-BE49-F238E27FC236}">
                <a16:creationId xmlns:a16="http://schemas.microsoft.com/office/drawing/2014/main" id="{286DAB1A-5827-3AA4-F747-CCEC6B9B9501}"/>
              </a:ext>
            </a:extLst>
          </p:cNvPr>
          <p:cNvSpPr/>
          <p:nvPr/>
        </p:nvSpPr>
        <p:spPr>
          <a:xfrm>
            <a:off x="8748337" y="1936142"/>
            <a:ext cx="657973" cy="1847850"/>
          </a:xfrm>
          <a:prstGeom prst="roundRect">
            <a:avLst/>
          </a:prstGeom>
          <a:noFill/>
          <a:ln w="38100">
            <a:solidFill>
              <a:schemeClr val="accent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3200" b="0" i="0" u="none" strike="noStrike" kern="1200" cap="none" spc="0" normalizeH="0" baseline="0" noProof="0">
                <a:ln>
                  <a:noFill/>
                </a:ln>
                <a:solidFill>
                  <a:srgbClr val="5B9BD5">
                    <a:lumMod val="60000"/>
                    <a:lumOff val="40000"/>
                  </a:srgbClr>
                </a:solidFill>
                <a:effectLst/>
                <a:uLnTx/>
                <a:uFillTx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API</a:t>
            </a:r>
            <a:endParaRPr kumimoji="0" lang="en-NL" sz="3200" b="0" i="0" u="none" strike="noStrike" kern="1200" cap="none" spc="0" normalizeH="0" baseline="0" noProof="0">
              <a:ln>
                <a:noFill/>
              </a:ln>
              <a:solidFill>
                <a:srgbClr val="5B9BD5">
                  <a:lumMod val="60000"/>
                  <a:lumOff val="40000"/>
                </a:srgbClr>
              </a:solidFill>
              <a:effectLst/>
              <a:uLnTx/>
              <a:uFillTx/>
              <a:latin typeface="Courier New" panose="02070309020205020404" pitchFamily="49" charset="0"/>
              <a:ea typeface="+mn-ea"/>
              <a:cs typeface="Courier New" panose="02070309020205020404" pitchFamily="49" charset="0"/>
            </a:endParaRPr>
          </a:p>
        </p:txBody>
      </p:sp>
      <p:sp>
        <p:nvSpPr>
          <p:cNvPr id="3" name="Pijl: rechts 2">
            <a:extLst>
              <a:ext uri="{FF2B5EF4-FFF2-40B4-BE49-F238E27FC236}">
                <a16:creationId xmlns:a16="http://schemas.microsoft.com/office/drawing/2014/main" id="{D8632A38-5D75-B2C4-CB71-C0E6DA92808D}"/>
              </a:ext>
            </a:extLst>
          </p:cNvPr>
          <p:cNvSpPr/>
          <p:nvPr/>
        </p:nvSpPr>
        <p:spPr>
          <a:xfrm rot="10800000">
            <a:off x="7620000" y="3295651"/>
            <a:ext cx="1008152" cy="240691"/>
          </a:xfrm>
          <a:prstGeom prst="rightArrow">
            <a:avLst/>
          </a:prstGeom>
          <a:noFill/>
          <a:ln w="38100">
            <a:solidFill>
              <a:srgbClr val="00FF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NL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" name="Rechthoek: afgeronde hoeken 3">
            <a:extLst>
              <a:ext uri="{FF2B5EF4-FFF2-40B4-BE49-F238E27FC236}">
                <a16:creationId xmlns:a16="http://schemas.microsoft.com/office/drawing/2014/main" id="{FF2D65B7-BA28-A08A-1211-31D10F55B292}"/>
              </a:ext>
            </a:extLst>
          </p:cNvPr>
          <p:cNvSpPr/>
          <p:nvPr/>
        </p:nvSpPr>
        <p:spPr>
          <a:xfrm>
            <a:off x="4700962" y="1936142"/>
            <a:ext cx="2790076" cy="1847850"/>
          </a:xfrm>
          <a:prstGeom prst="roundRect">
            <a:avLst/>
          </a:prstGeom>
          <a:noFill/>
          <a:ln w="38100">
            <a:solidFill>
              <a:srgbClr val="00FF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>
                <a:ln>
                  <a:noFill/>
                </a:ln>
                <a:solidFill>
                  <a:srgbClr val="00FF00"/>
                </a:solidFill>
                <a:effectLst/>
                <a:uLnTx/>
                <a:uFillTx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ParaBank middleware</a:t>
            </a:r>
            <a:endParaRPr kumimoji="0" lang="en-NL" sz="2400" b="0" i="0" u="none" strike="noStrike" kern="1200" cap="none" spc="0" normalizeH="0" baseline="0" noProof="0">
              <a:ln>
                <a:noFill/>
              </a:ln>
              <a:solidFill>
                <a:srgbClr val="00FF00"/>
              </a:solidFill>
              <a:effectLst/>
              <a:uLnTx/>
              <a:uFillTx/>
              <a:latin typeface="Courier New" panose="02070309020205020404" pitchFamily="49" charset="0"/>
              <a:ea typeface="+mn-ea"/>
              <a:cs typeface="Courier New" panose="02070309020205020404" pitchFamily="49" charset="0"/>
            </a:endParaRPr>
          </a:p>
        </p:txBody>
      </p:sp>
      <p:sp>
        <p:nvSpPr>
          <p:cNvPr id="17" name="Pijl: rechts 16">
            <a:extLst>
              <a:ext uri="{FF2B5EF4-FFF2-40B4-BE49-F238E27FC236}">
                <a16:creationId xmlns:a16="http://schemas.microsoft.com/office/drawing/2014/main" id="{033C8729-0487-8FD0-8E89-DFB6F3293A26}"/>
              </a:ext>
            </a:extLst>
          </p:cNvPr>
          <p:cNvSpPr/>
          <p:nvPr/>
        </p:nvSpPr>
        <p:spPr>
          <a:xfrm>
            <a:off x="2910264" y="2266951"/>
            <a:ext cx="1008152" cy="240691"/>
          </a:xfrm>
          <a:prstGeom prst="rightArrow">
            <a:avLst/>
          </a:prstGeom>
          <a:noFill/>
          <a:ln w="38100">
            <a:solidFill>
              <a:srgbClr val="00FF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NL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8" name="Pijl: rechts 17">
            <a:extLst>
              <a:ext uri="{FF2B5EF4-FFF2-40B4-BE49-F238E27FC236}">
                <a16:creationId xmlns:a16="http://schemas.microsoft.com/office/drawing/2014/main" id="{D159F41C-DD31-7F7D-4B2C-BC454C1C6DFB}"/>
              </a:ext>
            </a:extLst>
          </p:cNvPr>
          <p:cNvSpPr/>
          <p:nvPr/>
        </p:nvSpPr>
        <p:spPr>
          <a:xfrm rot="10800000">
            <a:off x="2914653" y="3295651"/>
            <a:ext cx="1008152" cy="240691"/>
          </a:xfrm>
          <a:prstGeom prst="rightArrow">
            <a:avLst/>
          </a:prstGeom>
          <a:noFill/>
          <a:ln w="38100">
            <a:solidFill>
              <a:srgbClr val="00FF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NL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9" name="Rechthoek: afgeronde hoeken 18">
            <a:extLst>
              <a:ext uri="{FF2B5EF4-FFF2-40B4-BE49-F238E27FC236}">
                <a16:creationId xmlns:a16="http://schemas.microsoft.com/office/drawing/2014/main" id="{40CD6EF4-BFD4-4447-3D1E-7DFED2A323C4}"/>
              </a:ext>
            </a:extLst>
          </p:cNvPr>
          <p:cNvSpPr/>
          <p:nvPr/>
        </p:nvSpPr>
        <p:spPr>
          <a:xfrm>
            <a:off x="4047378" y="1936142"/>
            <a:ext cx="657973" cy="1847850"/>
          </a:xfrm>
          <a:prstGeom prst="roundRect">
            <a:avLst/>
          </a:prstGeom>
          <a:noFill/>
          <a:ln w="38100">
            <a:solidFill>
              <a:srgbClr val="00FF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3200" b="0" i="0" u="none" strike="noStrike" kern="1200" cap="none" spc="0" normalizeH="0" baseline="0" noProof="0">
                <a:ln>
                  <a:noFill/>
                </a:ln>
                <a:solidFill>
                  <a:srgbClr val="00FF00"/>
                </a:solidFill>
                <a:effectLst/>
                <a:uLnTx/>
                <a:uFillTx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API</a:t>
            </a:r>
            <a:endParaRPr kumimoji="0" lang="en-NL" sz="3200" b="0" i="0" u="none" strike="noStrike" kern="1200" cap="none" spc="0" normalizeH="0" baseline="0" noProof="0">
              <a:ln>
                <a:noFill/>
              </a:ln>
              <a:solidFill>
                <a:srgbClr val="00FF00"/>
              </a:solidFill>
              <a:effectLst/>
              <a:uLnTx/>
              <a:uFillTx/>
              <a:latin typeface="Courier New" panose="02070309020205020404" pitchFamily="49" charset="0"/>
              <a:ea typeface="+mn-ea"/>
              <a:cs typeface="Courier New" panose="02070309020205020404" pitchFamily="49" charset="0"/>
            </a:endParaRPr>
          </a:p>
        </p:txBody>
      </p:sp>
      <p:sp>
        <p:nvSpPr>
          <p:cNvPr id="20" name="Rechthoek: afgeronde hoeken 19">
            <a:extLst>
              <a:ext uri="{FF2B5EF4-FFF2-40B4-BE49-F238E27FC236}">
                <a16:creationId xmlns:a16="http://schemas.microsoft.com/office/drawing/2014/main" id="{1F5909E0-8295-DD97-AB32-EC38F2FEB7FF}"/>
              </a:ext>
            </a:extLst>
          </p:cNvPr>
          <p:cNvSpPr/>
          <p:nvPr/>
        </p:nvSpPr>
        <p:spPr>
          <a:xfrm>
            <a:off x="571501" y="1936142"/>
            <a:ext cx="2209802" cy="1847850"/>
          </a:xfrm>
          <a:prstGeom prst="roundRect">
            <a:avLst/>
          </a:prstGeom>
          <a:noFill/>
          <a:ln w="38100">
            <a:solidFill>
              <a:srgbClr val="00FF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>
                <a:ln>
                  <a:noFill/>
                </a:ln>
                <a:solidFill>
                  <a:srgbClr val="00FF00"/>
                </a:solidFill>
                <a:effectLst/>
                <a:uLnTx/>
                <a:uFillTx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Frontend</a:t>
            </a: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>
                <a:ln>
                  <a:noFill/>
                </a:ln>
                <a:solidFill>
                  <a:srgbClr val="00FF00"/>
                </a:solidFill>
                <a:effectLst/>
                <a:uLnTx/>
                <a:uFillTx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/</a:t>
            </a: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>
                <a:ln>
                  <a:noFill/>
                </a:ln>
                <a:solidFill>
                  <a:srgbClr val="00FF00"/>
                </a:solidFill>
                <a:effectLst/>
                <a:uLnTx/>
                <a:uFillTx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API client</a:t>
            </a:r>
            <a:endParaRPr kumimoji="0" lang="en-NL" sz="2400" b="0" i="0" u="none" strike="noStrike" kern="1200" cap="none" spc="0" normalizeH="0" baseline="0" noProof="0">
              <a:ln>
                <a:noFill/>
              </a:ln>
              <a:solidFill>
                <a:srgbClr val="00FF00"/>
              </a:solidFill>
              <a:effectLst/>
              <a:uLnTx/>
              <a:uFillTx/>
              <a:latin typeface="Courier New" panose="02070309020205020404" pitchFamily="49" charset="0"/>
              <a:ea typeface="+mn-ea"/>
              <a:cs typeface="Courier New" panose="02070309020205020404" pitchFamily="49" charset="0"/>
            </a:endParaRPr>
          </a:p>
        </p:txBody>
      </p:sp>
      <p:sp>
        <p:nvSpPr>
          <p:cNvPr id="21" name="Rechthoek: afgeronde hoeken 20">
            <a:extLst>
              <a:ext uri="{FF2B5EF4-FFF2-40B4-BE49-F238E27FC236}">
                <a16:creationId xmlns:a16="http://schemas.microsoft.com/office/drawing/2014/main" id="{6B4F1862-FBE4-B9DA-FC29-0BCE3F1ADFF8}"/>
              </a:ext>
            </a:extLst>
          </p:cNvPr>
          <p:cNvSpPr/>
          <p:nvPr/>
        </p:nvSpPr>
        <p:spPr>
          <a:xfrm>
            <a:off x="8297024" y="1711021"/>
            <a:ext cx="3609226" cy="3409950"/>
          </a:xfrm>
          <a:prstGeom prst="roundRect">
            <a:avLst/>
          </a:prstGeom>
          <a:noFill/>
          <a:ln w="38100">
            <a:solidFill>
              <a:schemeClr val="accent1">
                <a:lumMod val="75000"/>
              </a:schemeClr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000" b="0" i="0" u="none" strike="noStrike" kern="1200" cap="none" spc="0" normalizeH="0" baseline="0" noProof="0">
                <a:ln>
                  <a:noFill/>
                </a:ln>
                <a:solidFill>
                  <a:srgbClr val="5B9BD5">
                    <a:lumMod val="60000"/>
                    <a:lumOff val="40000"/>
                  </a:srgbClr>
                </a:solidFill>
                <a:effectLst/>
                <a:uLnTx/>
                <a:uFillTx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WireMock</a:t>
            </a:r>
            <a:endParaRPr kumimoji="0" lang="en-NL" sz="3200" b="0" i="0" u="none" strike="noStrike" kern="1200" cap="none" spc="0" normalizeH="0" baseline="0" noProof="0">
              <a:ln>
                <a:noFill/>
              </a:ln>
              <a:solidFill>
                <a:srgbClr val="5B9BD5">
                  <a:lumMod val="60000"/>
                  <a:lumOff val="40000"/>
                </a:srgbClr>
              </a:solidFill>
              <a:effectLst/>
              <a:uLnTx/>
              <a:uFillTx/>
              <a:latin typeface="Courier New" panose="02070309020205020404" pitchFamily="49" charset="0"/>
              <a:ea typeface="+mn-ea"/>
              <a:cs typeface="Courier New" panose="02070309020205020404" pitchFamily="49" charset="0"/>
            </a:endParaRPr>
          </a:p>
        </p:txBody>
      </p:sp>
      <p:sp>
        <p:nvSpPr>
          <p:cNvPr id="22" name="Rechthoek: afgeronde hoeken 21">
            <a:extLst>
              <a:ext uri="{FF2B5EF4-FFF2-40B4-BE49-F238E27FC236}">
                <a16:creationId xmlns:a16="http://schemas.microsoft.com/office/drawing/2014/main" id="{3D771FE0-C3F8-DA62-98AB-875AAA957F69}"/>
              </a:ext>
            </a:extLst>
          </p:cNvPr>
          <p:cNvSpPr/>
          <p:nvPr/>
        </p:nvSpPr>
        <p:spPr>
          <a:xfrm>
            <a:off x="285749" y="1724025"/>
            <a:ext cx="7648575" cy="3409950"/>
          </a:xfrm>
          <a:prstGeom prst="roundRect">
            <a:avLst/>
          </a:prstGeom>
          <a:noFill/>
          <a:ln w="38100">
            <a:solidFill>
              <a:srgbClr val="00FF00"/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000" b="0" i="0" u="none" strike="noStrike" kern="1200" cap="none" spc="0" normalizeH="0" baseline="0" noProof="0">
                <a:ln>
                  <a:noFill/>
                </a:ln>
                <a:solidFill>
                  <a:srgbClr val="00FF00"/>
                </a:solidFill>
                <a:effectLst/>
                <a:uLnTx/>
                <a:uFillTx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ParaBank development team</a:t>
            </a:r>
            <a:endParaRPr kumimoji="0" lang="en-NL" sz="3200" b="0" i="0" u="none" strike="noStrike" kern="1200" cap="none" spc="0" normalizeH="0" baseline="0" noProof="0">
              <a:ln>
                <a:noFill/>
              </a:ln>
              <a:solidFill>
                <a:srgbClr val="00FF00"/>
              </a:solidFill>
              <a:effectLst/>
              <a:uLnTx/>
              <a:uFillTx/>
              <a:latin typeface="Courier New" panose="02070309020205020404" pitchFamily="49" charset="0"/>
              <a:ea typeface="+mn-ea"/>
              <a:cs typeface="Courier New" panose="020703090202050204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011955467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365125"/>
            <a:ext cx="12192000" cy="6063107"/>
          </a:xfrm>
        </p:spPr>
        <p:txBody>
          <a:bodyPr>
            <a:normAutofit/>
          </a:bodyPr>
          <a:lstStyle/>
          <a:p>
            <a:pPr algn="ctr"/>
            <a:r>
              <a:rPr lang="nl-NL" sz="7200">
                <a:solidFill>
                  <a:srgbClr val="00FF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What might we</a:t>
            </a:r>
            <a:br>
              <a:rPr lang="nl-NL" sz="7200">
                <a:solidFill>
                  <a:srgbClr val="00FF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nl-NL" sz="7200">
                <a:solidFill>
                  <a:srgbClr val="00FF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want to simulate?</a:t>
            </a:r>
            <a:endParaRPr lang="nl-NL" sz="7200" dirty="0">
              <a:solidFill>
                <a:srgbClr val="00FF00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628650" y="455256"/>
            <a:ext cx="10621514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nl-NL" sz="2800" b="0" i="0" u="none" strike="noStrike" kern="1200" cap="none" spc="0" normalizeH="0" baseline="0" noProof="0" dirty="0">
                <a:ln>
                  <a:noFill/>
                </a:ln>
                <a:solidFill>
                  <a:srgbClr val="00FF00"/>
                </a:solidFill>
                <a:effectLst/>
                <a:uLnTx/>
                <a:uFillTx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Early testing against features under development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F761348E-B393-4F88-87B7-0D94D07C05A6}"/>
              </a:ext>
            </a:extLst>
          </p:cNvPr>
          <p:cNvSpPr txBox="1"/>
          <p:nvPr/>
        </p:nvSpPr>
        <p:spPr>
          <a:xfrm>
            <a:off x="164388" y="4711614"/>
            <a:ext cx="11527604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nl-NL" sz="2800" b="0" i="0" u="none" strike="noStrike" kern="1200" cap="none" spc="0" normalizeH="0" baseline="0" noProof="0">
                <a:ln>
                  <a:noFill/>
                </a:ln>
                <a:solidFill>
                  <a:srgbClr val="00FF00"/>
                </a:solidFill>
                <a:effectLst/>
                <a:uLnTx/>
                <a:uFillTx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Delays, fault status codes, malformatted responses, …</a:t>
            </a:r>
            <a:endParaRPr kumimoji="0" lang="nl-NL" sz="2800" b="0" i="0" u="none" strike="noStrike" kern="1200" cap="none" spc="0" normalizeH="0" baseline="0" noProof="0" dirty="0">
              <a:ln>
                <a:noFill/>
              </a:ln>
              <a:solidFill>
                <a:srgbClr val="00FF00"/>
              </a:solidFill>
              <a:effectLst/>
              <a:uLnTx/>
              <a:uFillTx/>
              <a:latin typeface="Courier New" panose="02070309020205020404" pitchFamily="49" charset="0"/>
              <a:ea typeface="+mn-ea"/>
              <a:cs typeface="Courier New" panose="02070309020205020404" pitchFamily="49" charset="0"/>
            </a:endParaRP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A0E470ED-4B46-4639-8CE5-302E8196581A}"/>
              </a:ext>
            </a:extLst>
          </p:cNvPr>
          <p:cNvSpPr txBox="1"/>
          <p:nvPr/>
        </p:nvSpPr>
        <p:spPr>
          <a:xfrm>
            <a:off x="3144799" y="5577568"/>
            <a:ext cx="7077988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nl-NL" sz="2800" b="0" i="0" u="none" strike="noStrike" kern="1200" cap="none" spc="0" normalizeH="0" baseline="0" noProof="0">
                <a:ln>
                  <a:noFill/>
                </a:ln>
                <a:solidFill>
                  <a:srgbClr val="00FF00"/>
                </a:solidFill>
                <a:effectLst/>
                <a:uLnTx/>
                <a:uFillTx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…</a:t>
            </a:r>
            <a:endParaRPr kumimoji="0" lang="nl-NL" sz="2800" b="0" i="0" u="none" strike="noStrike" kern="1200" cap="none" spc="0" normalizeH="0" baseline="0" noProof="0" dirty="0">
              <a:ln>
                <a:noFill/>
              </a:ln>
              <a:solidFill>
                <a:srgbClr val="00FF00"/>
              </a:solidFill>
              <a:effectLst/>
              <a:uLnTx/>
              <a:uFillTx/>
              <a:latin typeface="Courier New" panose="02070309020205020404" pitchFamily="49" charset="0"/>
              <a:ea typeface="+mn-ea"/>
              <a:cs typeface="Courier New" panose="02070309020205020404" pitchFamily="49" charset="0"/>
            </a:endParaRP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D1249514-5CC5-485D-9571-9AA8B7934841}"/>
              </a:ext>
            </a:extLst>
          </p:cNvPr>
          <p:cNvSpPr txBox="1"/>
          <p:nvPr/>
        </p:nvSpPr>
        <p:spPr>
          <a:xfrm>
            <a:off x="1032725" y="1361557"/>
            <a:ext cx="9707506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nl-NL" sz="2800" b="0" i="0" u="none" strike="noStrike" kern="1200" cap="none" spc="0" normalizeH="0" baseline="0" noProof="0">
                <a:ln>
                  <a:noFill/>
                </a:ln>
                <a:solidFill>
                  <a:srgbClr val="00FF00"/>
                </a:solidFill>
                <a:effectLst/>
                <a:uLnTx/>
                <a:uFillTx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Easy setup of state for edge cases</a:t>
            </a:r>
            <a:endParaRPr kumimoji="0" lang="nl-NL" sz="2800" b="0" i="0" u="none" strike="noStrike" kern="1200" cap="none" spc="0" normalizeH="0" baseline="0" noProof="0" dirty="0">
              <a:ln>
                <a:noFill/>
              </a:ln>
              <a:solidFill>
                <a:srgbClr val="00FF00"/>
              </a:solidFill>
              <a:effectLst/>
              <a:uLnTx/>
              <a:uFillTx/>
              <a:latin typeface="Courier New" panose="02070309020205020404" pitchFamily="49" charset="0"/>
              <a:ea typeface="+mn-ea"/>
              <a:cs typeface="Courier New" panose="020703090202050204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43614651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/>
      <p:bldP spid="11" grpId="0"/>
      <p:bldP spid="12" grpId="0"/>
      <p:bldP spid="13" grpId="0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" y="2267636"/>
            <a:ext cx="12191998" cy="2369662"/>
          </a:xfrm>
        </p:spPr>
        <p:txBody>
          <a:bodyPr>
            <a:noAutofit/>
          </a:bodyPr>
          <a:lstStyle/>
          <a:p>
            <a:pPr algn="ctr"/>
            <a:r>
              <a:rPr lang="nl-NL" sz="6500">
                <a:solidFill>
                  <a:srgbClr val="00FF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Section 1:</a:t>
            </a:r>
            <a:br>
              <a:rPr lang="nl-NL" sz="6500">
                <a:solidFill>
                  <a:srgbClr val="00FF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br>
              <a:rPr lang="nl-NL" sz="6500">
                <a:solidFill>
                  <a:srgbClr val="00FF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nl-NL" sz="6500">
                <a:solidFill>
                  <a:srgbClr val="00FF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Getting started with WireMock</a:t>
            </a:r>
            <a:endParaRPr lang="nl-NL" sz="6500" dirty="0">
              <a:solidFill>
                <a:srgbClr val="00FF00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216260068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45"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68B7090-FBA7-4815-B8AC-CBEABD7EC9E9}"/>
              </a:ext>
            </a:extLst>
          </p:cNvPr>
          <p:cNvSpPr txBox="1">
            <a:spLocks noGrp="1"/>
          </p:cNvSpPr>
          <p:nvPr>
            <p:ph type="title"/>
          </p:nvPr>
        </p:nvSpPr>
        <p:spPr/>
        <p:txBody>
          <a:bodyPr/>
          <a:lstStyle/>
          <a:p>
            <a:pPr lvl="0"/>
            <a:r>
              <a:rPr lang="nl-NL">
                <a:solidFill>
                  <a:srgbClr val="00FF00"/>
                </a:solidFill>
                <a:latin typeface="Courier New" pitchFamily="49"/>
                <a:cs typeface="Courier New" pitchFamily="49"/>
              </a:rPr>
              <a:t>WireMock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794BC94-074D-4DB1-9F69-EDAE2A9C8EFE}"/>
              </a:ext>
            </a:extLst>
          </p:cNvPr>
          <p:cNvSpPr txBox="1">
            <a:spLocks noGrp="1"/>
          </p:cNvSpPr>
          <p:nvPr>
            <p:ph idx="1"/>
          </p:nvPr>
        </p:nvSpPr>
        <p:spPr>
          <a:xfrm>
            <a:off x="838203" y="1825627"/>
            <a:ext cx="11143893" cy="4351336"/>
          </a:xfrm>
        </p:spPr>
        <p:txBody>
          <a:bodyPr>
            <a:normAutofit lnSpcReduction="10000"/>
          </a:bodyPr>
          <a:lstStyle/>
          <a:p>
            <a:pPr lvl="0">
              <a:buFont typeface="Courier New" pitchFamily="49"/>
              <a:buChar char="_"/>
            </a:pPr>
            <a:r>
              <a:rPr lang="nl-NL" dirty="0">
                <a:solidFill>
                  <a:srgbClr val="00FF00"/>
                </a:solidFill>
                <a:latin typeface="Courier New" pitchFamily="49"/>
                <a:cs typeface="Courier New" pitchFamily="49"/>
              </a:rPr>
              <a:t>https://wiremock.org</a:t>
            </a:r>
          </a:p>
          <a:p>
            <a:pPr lvl="0">
              <a:buFont typeface="Courier New" pitchFamily="49"/>
              <a:buChar char="_"/>
            </a:pPr>
            <a:endParaRPr lang="nl-NL" dirty="0">
              <a:solidFill>
                <a:srgbClr val="00FF00"/>
              </a:solidFill>
              <a:latin typeface="Courier New" pitchFamily="49"/>
              <a:cs typeface="Courier New" pitchFamily="49"/>
            </a:endParaRPr>
          </a:p>
          <a:p>
            <a:pPr lvl="0">
              <a:buFont typeface="Courier New" pitchFamily="49"/>
              <a:buChar char="_"/>
            </a:pPr>
            <a:r>
              <a:rPr lang="nl-NL" dirty="0">
                <a:solidFill>
                  <a:srgbClr val="00FF00"/>
                </a:solidFill>
                <a:latin typeface="Courier New" pitchFamily="49"/>
                <a:cs typeface="Courier New" pitchFamily="49"/>
              </a:rPr>
              <a:t>Java</a:t>
            </a:r>
          </a:p>
          <a:p>
            <a:pPr lvl="1">
              <a:buFont typeface="Courier New" pitchFamily="49"/>
              <a:buChar char="_"/>
            </a:pPr>
            <a:r>
              <a:rPr lang="nl-NL" dirty="0">
                <a:solidFill>
                  <a:srgbClr val="00FF00"/>
                </a:solidFill>
                <a:latin typeface="Courier New" pitchFamily="49"/>
                <a:cs typeface="Courier New" pitchFamily="49"/>
              </a:rPr>
              <a:t>ports and adapters are available for many other languages</a:t>
            </a:r>
          </a:p>
          <a:p>
            <a:pPr lvl="0">
              <a:buFont typeface="Courier New" pitchFamily="49"/>
              <a:buChar char="_"/>
            </a:pPr>
            <a:endParaRPr lang="nl-NL" dirty="0">
              <a:solidFill>
                <a:srgbClr val="00FF00"/>
              </a:solidFill>
              <a:latin typeface="Courier New" pitchFamily="49"/>
              <a:cs typeface="Courier New" pitchFamily="49"/>
            </a:endParaRPr>
          </a:p>
          <a:p>
            <a:pPr lvl="0">
              <a:buFont typeface="Courier New" pitchFamily="49"/>
              <a:buChar char="_"/>
            </a:pPr>
            <a:r>
              <a:rPr lang="nl-NL" dirty="0">
                <a:solidFill>
                  <a:srgbClr val="00FF00"/>
                </a:solidFill>
                <a:latin typeface="Courier New" pitchFamily="49"/>
                <a:cs typeface="Courier New" pitchFamily="49"/>
              </a:rPr>
              <a:t>HTTP mock server</a:t>
            </a:r>
          </a:p>
          <a:p>
            <a:pPr lvl="1">
              <a:buFont typeface="Courier New" pitchFamily="49"/>
              <a:buChar char="_"/>
            </a:pPr>
            <a:r>
              <a:rPr lang="nl-NL" dirty="0">
                <a:solidFill>
                  <a:srgbClr val="00FF00"/>
                </a:solidFill>
                <a:latin typeface="Courier New" pitchFamily="49"/>
                <a:cs typeface="Courier New" pitchFamily="49"/>
              </a:rPr>
              <a:t>only supports HTTP(S)</a:t>
            </a:r>
          </a:p>
          <a:p>
            <a:pPr lvl="0">
              <a:buFont typeface="Courier New" pitchFamily="49"/>
              <a:buChar char="_"/>
            </a:pPr>
            <a:endParaRPr lang="nl-NL" dirty="0">
              <a:solidFill>
                <a:srgbClr val="00FF00"/>
              </a:solidFill>
              <a:latin typeface="Courier New" pitchFamily="49"/>
              <a:cs typeface="Courier New" pitchFamily="49"/>
            </a:endParaRPr>
          </a:p>
          <a:p>
            <a:pPr lvl="0">
              <a:buFont typeface="Courier New" pitchFamily="49"/>
              <a:buChar char="_"/>
            </a:pPr>
            <a:r>
              <a:rPr lang="nl-NL" dirty="0">
                <a:solidFill>
                  <a:srgbClr val="00FF00"/>
                </a:solidFill>
                <a:latin typeface="Courier New" pitchFamily="49"/>
                <a:cs typeface="Courier New" pitchFamily="49"/>
              </a:rPr>
              <a:t>Open source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1E9BA0FE-B228-BA70-67DA-1D4F959E070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B0B7A2F-BC72-7F99-80C7-74776539484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" y="2267636"/>
            <a:ext cx="12191998" cy="2369662"/>
          </a:xfrm>
        </p:spPr>
        <p:txBody>
          <a:bodyPr>
            <a:noAutofit/>
          </a:bodyPr>
          <a:lstStyle/>
          <a:p>
            <a:pPr algn="ctr"/>
            <a:r>
              <a:rPr lang="nl-NL" sz="6500" dirty="0">
                <a:solidFill>
                  <a:srgbClr val="00FF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WireMock Cloud</a:t>
            </a:r>
            <a:br>
              <a:rPr lang="nl-NL" sz="6500" dirty="0">
                <a:solidFill>
                  <a:srgbClr val="00FF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br>
              <a:rPr lang="nl-NL" sz="6500" dirty="0">
                <a:solidFill>
                  <a:srgbClr val="00FF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nl-NL" sz="2800" dirty="0">
                <a:solidFill>
                  <a:srgbClr val="00FF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https://www.wiremock.io</a:t>
            </a:r>
            <a:endParaRPr lang="nl-NL" sz="6500" dirty="0">
              <a:solidFill>
                <a:srgbClr val="00FF00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14998109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46"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F5C1744-081D-425B-86B9-076A0A85C28F}"/>
              </a:ext>
            </a:extLst>
          </p:cNvPr>
          <p:cNvSpPr txBox="1">
            <a:spLocks noGrp="1"/>
          </p:cNvSpPr>
          <p:nvPr>
            <p:ph type="title"/>
          </p:nvPr>
        </p:nvSpPr>
        <p:spPr/>
        <p:txBody>
          <a:bodyPr/>
          <a:lstStyle/>
          <a:p>
            <a:pPr lvl="0"/>
            <a:r>
              <a:rPr lang="nl-NL">
                <a:solidFill>
                  <a:srgbClr val="00FF00"/>
                </a:solidFill>
                <a:latin typeface="Courier New" pitchFamily="49"/>
                <a:cs typeface="Courier New" pitchFamily="49"/>
              </a:rPr>
              <a:t>Install WireMock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9D513BE-F1D3-4551-A7FA-361BC0CA904C}"/>
              </a:ext>
            </a:extLst>
          </p:cNvPr>
          <p:cNvSpPr txBox="1">
            <a:spLocks noGrp="1"/>
          </p:cNvSpPr>
          <p:nvPr>
            <p:ph idx="1"/>
          </p:nvPr>
        </p:nvSpPr>
        <p:spPr>
          <a:xfrm>
            <a:off x="838203" y="1825627"/>
            <a:ext cx="11143893" cy="4351336"/>
          </a:xfrm>
        </p:spPr>
        <p:txBody>
          <a:bodyPr/>
          <a:lstStyle/>
          <a:p>
            <a:pPr lvl="0">
              <a:buFont typeface="Courier New" pitchFamily="49"/>
              <a:buChar char="_"/>
            </a:pPr>
            <a:r>
              <a:rPr lang="nl-NL" dirty="0">
                <a:solidFill>
                  <a:srgbClr val="00FF00"/>
                </a:solidFill>
                <a:latin typeface="Courier New" pitchFamily="49"/>
                <a:cs typeface="Courier New" pitchFamily="49"/>
              </a:rPr>
              <a:t>Maven</a:t>
            </a:r>
          </a:p>
          <a:p>
            <a:pPr lvl="0">
              <a:buFont typeface="Courier New" pitchFamily="49"/>
              <a:buChar char="_"/>
            </a:pPr>
            <a:endParaRPr lang="nl-NL" dirty="0">
              <a:solidFill>
                <a:srgbClr val="00FF00"/>
              </a:solidFill>
              <a:latin typeface="Courier New" pitchFamily="49"/>
              <a:cs typeface="Courier New" pitchFamily="49"/>
            </a:endParaRPr>
          </a:p>
          <a:p>
            <a:pPr marL="0" lvl="0" indent="0">
              <a:buNone/>
            </a:pPr>
            <a:r>
              <a:rPr lang="nl-NL" dirty="0">
                <a:solidFill>
                  <a:srgbClr val="00FF00"/>
                </a:solidFill>
                <a:latin typeface="Courier New" pitchFamily="49"/>
                <a:cs typeface="Courier New" pitchFamily="49"/>
              </a:rPr>
              <a:t>&lt;</a:t>
            </a:r>
            <a:r>
              <a:rPr lang="nl-NL" b="1" dirty="0">
                <a:solidFill>
                  <a:srgbClr val="00FF00"/>
                </a:solidFill>
                <a:latin typeface="Courier New" pitchFamily="49"/>
                <a:cs typeface="Courier New" pitchFamily="49"/>
              </a:rPr>
              <a:t>dependency</a:t>
            </a:r>
            <a:r>
              <a:rPr lang="nl-NL" dirty="0">
                <a:solidFill>
                  <a:srgbClr val="00FF00"/>
                </a:solidFill>
                <a:latin typeface="Courier New" pitchFamily="49"/>
                <a:cs typeface="Courier New" pitchFamily="49"/>
              </a:rPr>
              <a:t>&gt;			&lt;</a:t>
            </a:r>
            <a:r>
              <a:rPr lang="nl-NL" b="1" dirty="0">
                <a:solidFill>
                  <a:srgbClr val="00FF00"/>
                </a:solidFill>
                <a:latin typeface="Courier New" pitchFamily="49"/>
                <a:cs typeface="Courier New" pitchFamily="49"/>
              </a:rPr>
              <a:t>groupId</a:t>
            </a:r>
            <a:r>
              <a:rPr lang="nl-NL" dirty="0">
                <a:solidFill>
                  <a:srgbClr val="00FF00"/>
                </a:solidFill>
                <a:latin typeface="Courier New" pitchFamily="49"/>
                <a:cs typeface="Courier New" pitchFamily="49"/>
              </a:rPr>
              <a:t>&gt;org.wiremock&lt;/</a:t>
            </a:r>
            <a:r>
              <a:rPr lang="nl-NL" b="1" dirty="0">
                <a:solidFill>
                  <a:srgbClr val="00FF00"/>
                </a:solidFill>
                <a:latin typeface="Courier New" pitchFamily="49"/>
                <a:cs typeface="Courier New" pitchFamily="49"/>
              </a:rPr>
              <a:t>groupId</a:t>
            </a:r>
            <a:r>
              <a:rPr lang="nl-NL" dirty="0">
                <a:solidFill>
                  <a:srgbClr val="00FF00"/>
                </a:solidFill>
                <a:latin typeface="Courier New" pitchFamily="49"/>
                <a:cs typeface="Courier New" pitchFamily="49"/>
              </a:rPr>
              <a:t>&gt;</a:t>
            </a:r>
          </a:p>
          <a:p>
            <a:pPr marL="0" lvl="0" indent="0">
              <a:buNone/>
            </a:pPr>
            <a:r>
              <a:rPr lang="nl-NL" dirty="0">
                <a:solidFill>
                  <a:srgbClr val="00FF00"/>
                </a:solidFill>
                <a:latin typeface="Courier New" pitchFamily="49"/>
                <a:cs typeface="Courier New" pitchFamily="49"/>
              </a:rPr>
              <a:t>	&lt;</a:t>
            </a:r>
            <a:r>
              <a:rPr lang="nl-NL" b="1" dirty="0">
                <a:solidFill>
                  <a:srgbClr val="00FF00"/>
                </a:solidFill>
                <a:latin typeface="Courier New" pitchFamily="49"/>
                <a:cs typeface="Courier New" pitchFamily="49"/>
              </a:rPr>
              <a:t>artifactId</a:t>
            </a:r>
            <a:r>
              <a:rPr lang="nl-NL" dirty="0">
                <a:solidFill>
                  <a:srgbClr val="00FF00"/>
                </a:solidFill>
                <a:latin typeface="Courier New" pitchFamily="49"/>
                <a:cs typeface="Courier New" pitchFamily="49"/>
              </a:rPr>
              <a:t>&gt;wiremock&lt;/</a:t>
            </a:r>
            <a:r>
              <a:rPr lang="nl-NL" b="1" dirty="0">
                <a:solidFill>
                  <a:srgbClr val="00FF00"/>
                </a:solidFill>
                <a:latin typeface="Courier New" pitchFamily="49"/>
                <a:cs typeface="Courier New" pitchFamily="49"/>
              </a:rPr>
              <a:t>artifactId</a:t>
            </a:r>
            <a:r>
              <a:rPr lang="nl-NL" dirty="0">
                <a:solidFill>
                  <a:srgbClr val="00FF00"/>
                </a:solidFill>
                <a:latin typeface="Courier New" pitchFamily="49"/>
                <a:cs typeface="Courier New" pitchFamily="49"/>
              </a:rPr>
              <a:t>&gt;</a:t>
            </a:r>
          </a:p>
          <a:p>
            <a:pPr marL="0" lvl="0" indent="0">
              <a:buNone/>
            </a:pPr>
            <a:r>
              <a:rPr lang="nl-NL" dirty="0">
                <a:solidFill>
                  <a:srgbClr val="00FF00"/>
                </a:solidFill>
                <a:latin typeface="Courier New" pitchFamily="49"/>
                <a:cs typeface="Courier New" pitchFamily="49"/>
              </a:rPr>
              <a:t>	&lt;</a:t>
            </a:r>
            <a:r>
              <a:rPr lang="nl-NL" b="1" dirty="0">
                <a:solidFill>
                  <a:srgbClr val="00FF00"/>
                </a:solidFill>
                <a:latin typeface="Courier New" pitchFamily="49"/>
                <a:cs typeface="Courier New" pitchFamily="49"/>
              </a:rPr>
              <a:t>version</a:t>
            </a:r>
            <a:r>
              <a:rPr lang="nl-NL" dirty="0">
                <a:solidFill>
                  <a:srgbClr val="00FF00"/>
                </a:solidFill>
                <a:latin typeface="Courier New" pitchFamily="49"/>
                <a:cs typeface="Courier New" pitchFamily="49"/>
              </a:rPr>
              <a:t>&gt;3.9.2&lt;/</a:t>
            </a:r>
            <a:r>
              <a:rPr lang="nl-NL" b="1" dirty="0">
                <a:solidFill>
                  <a:srgbClr val="00FF00"/>
                </a:solidFill>
                <a:latin typeface="Courier New" pitchFamily="49"/>
                <a:cs typeface="Courier New" pitchFamily="49"/>
              </a:rPr>
              <a:t>version</a:t>
            </a:r>
            <a:r>
              <a:rPr lang="nl-NL" dirty="0">
                <a:solidFill>
                  <a:srgbClr val="00FF00"/>
                </a:solidFill>
                <a:latin typeface="Courier New" pitchFamily="49"/>
                <a:cs typeface="Courier New" pitchFamily="49"/>
              </a:rPr>
              <a:t>&gt;</a:t>
            </a:r>
          </a:p>
          <a:p>
            <a:pPr marL="0" lvl="0" indent="0">
              <a:buNone/>
            </a:pPr>
            <a:r>
              <a:rPr lang="nl-NL" dirty="0">
                <a:solidFill>
                  <a:srgbClr val="00FF00"/>
                </a:solidFill>
                <a:latin typeface="Courier New" pitchFamily="49"/>
                <a:cs typeface="Courier New" pitchFamily="49"/>
              </a:rPr>
              <a:t>    &lt;</a:t>
            </a:r>
            <a:r>
              <a:rPr lang="nl-NL" b="1" dirty="0">
                <a:solidFill>
                  <a:srgbClr val="00FF00"/>
                </a:solidFill>
                <a:latin typeface="Courier New" pitchFamily="49"/>
                <a:cs typeface="Courier New" pitchFamily="49"/>
              </a:rPr>
              <a:t>scope</a:t>
            </a:r>
            <a:r>
              <a:rPr lang="nl-NL" dirty="0">
                <a:solidFill>
                  <a:srgbClr val="00FF00"/>
                </a:solidFill>
                <a:latin typeface="Courier New" pitchFamily="49"/>
                <a:cs typeface="Courier New" pitchFamily="49"/>
              </a:rPr>
              <a:t>&gt;test&lt;/</a:t>
            </a:r>
            <a:r>
              <a:rPr lang="nl-NL" b="1" dirty="0">
                <a:solidFill>
                  <a:srgbClr val="00FF00"/>
                </a:solidFill>
                <a:latin typeface="Courier New" pitchFamily="49"/>
                <a:cs typeface="Courier New" pitchFamily="49"/>
              </a:rPr>
              <a:t>test</a:t>
            </a:r>
            <a:r>
              <a:rPr lang="nl-NL" dirty="0">
                <a:solidFill>
                  <a:srgbClr val="00FF00"/>
                </a:solidFill>
                <a:latin typeface="Courier New" pitchFamily="49"/>
                <a:cs typeface="Courier New" pitchFamily="49"/>
              </a:rPr>
              <a:t>&gt;</a:t>
            </a:r>
          </a:p>
          <a:p>
            <a:pPr marL="0" lvl="0" indent="0">
              <a:buNone/>
            </a:pPr>
            <a:r>
              <a:rPr lang="nl-NL" dirty="0">
                <a:solidFill>
                  <a:srgbClr val="00FF00"/>
                </a:solidFill>
                <a:latin typeface="Courier New" pitchFamily="49"/>
                <a:cs typeface="Courier New" pitchFamily="49"/>
              </a:rPr>
              <a:t>&lt;/</a:t>
            </a:r>
            <a:r>
              <a:rPr lang="nl-NL" b="1" dirty="0">
                <a:solidFill>
                  <a:srgbClr val="00FF00"/>
                </a:solidFill>
                <a:latin typeface="Courier New" pitchFamily="49"/>
                <a:cs typeface="Courier New" pitchFamily="49"/>
              </a:rPr>
              <a:t>dependency</a:t>
            </a:r>
            <a:r>
              <a:rPr lang="nl-NL" dirty="0">
                <a:solidFill>
                  <a:srgbClr val="00FF00"/>
                </a:solidFill>
                <a:latin typeface="Courier New" pitchFamily="49"/>
                <a:cs typeface="Courier New" pitchFamily="49"/>
              </a:rPr>
              <a:t>&gt;</a:t>
            </a:r>
          </a:p>
          <a:p>
            <a:pPr lvl="0">
              <a:buFont typeface="Courier New" pitchFamily="49"/>
              <a:buChar char="_"/>
            </a:pPr>
            <a:endParaRPr lang="nl-NL" dirty="0">
              <a:solidFill>
                <a:srgbClr val="00FF00"/>
              </a:solidFill>
              <a:latin typeface="Courier New" pitchFamily="49"/>
              <a:cs typeface="Courier New" pitchFamily="49"/>
            </a:endParaRPr>
          </a:p>
          <a:p>
            <a:pPr lvl="0">
              <a:buFont typeface="Courier New" pitchFamily="49"/>
              <a:buChar char="_"/>
            </a:pPr>
            <a:endParaRPr lang="nl-NL" dirty="0">
              <a:solidFill>
                <a:srgbClr val="00FF00"/>
              </a:solidFill>
              <a:latin typeface="Courier New" pitchFamily="49"/>
              <a:cs typeface="Courier New" pitchFamily="49"/>
            </a:endParaRPr>
          </a:p>
          <a:p>
            <a:pPr lvl="0">
              <a:buFont typeface="Courier New" pitchFamily="49"/>
              <a:buChar char="_"/>
            </a:pPr>
            <a:endParaRPr lang="nl-NL" dirty="0">
              <a:solidFill>
                <a:srgbClr val="00FF00"/>
              </a:solidFill>
              <a:latin typeface="Courier New" pitchFamily="49"/>
              <a:cs typeface="Courier New" pitchFamily="49"/>
            </a:endParaRPr>
          </a:p>
          <a:p>
            <a:pPr lvl="0">
              <a:buFont typeface="Courier New" pitchFamily="49"/>
              <a:buChar char="_"/>
            </a:pPr>
            <a:endParaRPr lang="nl-NL" dirty="0">
              <a:solidFill>
                <a:srgbClr val="00FF00"/>
              </a:solidFill>
              <a:latin typeface="Courier New" pitchFamily="49"/>
              <a:cs typeface="Courier New" pitchFamily="49"/>
            </a:endParaRPr>
          </a:p>
          <a:p>
            <a:pPr lvl="0">
              <a:buFont typeface="Courier New" pitchFamily="49"/>
              <a:buChar char="_"/>
            </a:pPr>
            <a:endParaRPr lang="nl-NL" dirty="0">
              <a:solidFill>
                <a:srgbClr val="00FF00"/>
              </a:solidFill>
              <a:latin typeface="Courier New" pitchFamily="49"/>
              <a:cs typeface="Courier New" pitchFamily="49"/>
            </a:endParaRPr>
          </a:p>
        </p:txBody>
      </p:sp>
      <p:sp>
        <p:nvSpPr>
          <p:cNvPr id="4" name="Ovaal 3">
            <a:extLst>
              <a:ext uri="{FF2B5EF4-FFF2-40B4-BE49-F238E27FC236}">
                <a16:creationId xmlns:a16="http://schemas.microsoft.com/office/drawing/2014/main" id="{156F0278-F961-490F-A111-27E0307D2EA1}"/>
              </a:ext>
            </a:extLst>
          </p:cNvPr>
          <p:cNvSpPr/>
          <p:nvPr/>
        </p:nvSpPr>
        <p:spPr>
          <a:xfrm>
            <a:off x="4084320" y="3627119"/>
            <a:ext cx="2336800" cy="653575"/>
          </a:xfrm>
          <a:prstGeom prst="ellipse">
            <a:avLst/>
          </a:prstGeom>
          <a:noFill/>
          <a:ln w="38100">
            <a:solidFill>
              <a:srgbClr val="00FF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NL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</p:bld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47"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BD6C88E-71D3-4070-B34A-892CBEDDA10A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838200" y="1"/>
            <a:ext cx="10515600" cy="944880"/>
          </a:xfrm>
        </p:spPr>
        <p:txBody>
          <a:bodyPr/>
          <a:lstStyle/>
          <a:p>
            <a:pPr lvl="0"/>
            <a:r>
              <a:rPr lang="nl-NL">
                <a:solidFill>
                  <a:srgbClr val="00FF00"/>
                </a:solidFill>
                <a:latin typeface="Courier New" pitchFamily="49"/>
                <a:cs typeface="Courier New" pitchFamily="49"/>
              </a:rPr>
              <a:t>Starting WireMock (JUnit 4)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A3D3DD0-B724-4C1B-909A-236FA278D3D1}"/>
              </a:ext>
            </a:extLst>
          </p:cNvPr>
          <p:cNvSpPr txBox="1">
            <a:spLocks noGrp="1"/>
          </p:cNvSpPr>
          <p:nvPr>
            <p:ph idx="1"/>
          </p:nvPr>
        </p:nvSpPr>
        <p:spPr>
          <a:xfrm>
            <a:off x="838203" y="1717040"/>
            <a:ext cx="11143893" cy="4917440"/>
          </a:xfrm>
        </p:spPr>
        <p:txBody>
          <a:bodyPr>
            <a:normAutofit/>
          </a:bodyPr>
          <a:lstStyle/>
          <a:p>
            <a:pPr lvl="0">
              <a:buFont typeface="Courier New" pitchFamily="49"/>
              <a:buChar char="_"/>
            </a:pPr>
            <a:r>
              <a:rPr lang="nl-NL">
                <a:solidFill>
                  <a:srgbClr val="00FF00"/>
                </a:solidFill>
                <a:latin typeface="Courier New" pitchFamily="49"/>
                <a:cs typeface="Courier New" pitchFamily="49"/>
              </a:rPr>
              <a:t>Via JUnit 4 @Rule</a:t>
            </a:r>
            <a:endParaRPr lang="nl-NL" dirty="0">
              <a:solidFill>
                <a:srgbClr val="00FF00"/>
              </a:solidFill>
              <a:latin typeface="Courier New" pitchFamily="49"/>
              <a:cs typeface="Courier New" pitchFamily="49"/>
            </a:endParaRPr>
          </a:p>
          <a:p>
            <a:pPr lvl="0">
              <a:buFont typeface="Courier New" pitchFamily="49"/>
              <a:buChar char="_"/>
            </a:pPr>
            <a:endParaRPr lang="nl-NL" dirty="0">
              <a:solidFill>
                <a:srgbClr val="00FF00"/>
              </a:solidFill>
              <a:latin typeface="Courier New" pitchFamily="49"/>
              <a:cs typeface="Courier New" pitchFamily="49"/>
            </a:endParaRPr>
          </a:p>
          <a:p>
            <a:pPr lvl="0">
              <a:buFont typeface="Courier New" pitchFamily="49"/>
              <a:buChar char="_"/>
            </a:pPr>
            <a:endParaRPr lang="nl-NL" dirty="0">
              <a:solidFill>
                <a:srgbClr val="00FF00"/>
              </a:solidFill>
              <a:latin typeface="Courier New" pitchFamily="49"/>
              <a:cs typeface="Courier New" pitchFamily="49"/>
            </a:endParaRPr>
          </a:p>
          <a:p>
            <a:pPr lvl="0">
              <a:buFont typeface="Courier New" pitchFamily="49"/>
              <a:buChar char="_"/>
            </a:pPr>
            <a:endParaRPr lang="nl-NL">
              <a:solidFill>
                <a:srgbClr val="00FF00"/>
              </a:solidFill>
              <a:latin typeface="Courier New" pitchFamily="49"/>
              <a:cs typeface="Courier New" pitchFamily="49"/>
            </a:endParaRPr>
          </a:p>
          <a:p>
            <a:pPr lvl="0">
              <a:buFont typeface="Courier New" pitchFamily="49"/>
              <a:buChar char="_"/>
            </a:pPr>
            <a:r>
              <a:rPr lang="nl-NL">
                <a:solidFill>
                  <a:srgbClr val="00FF00"/>
                </a:solidFill>
                <a:latin typeface="Courier New" pitchFamily="49"/>
                <a:cs typeface="Courier New" pitchFamily="49"/>
              </a:rPr>
              <a:t>Without </a:t>
            </a:r>
            <a:r>
              <a:rPr lang="nl-NL" err="1">
                <a:solidFill>
                  <a:srgbClr val="00FF00"/>
                </a:solidFill>
                <a:latin typeface="Courier New" pitchFamily="49"/>
                <a:cs typeface="Courier New" pitchFamily="49"/>
              </a:rPr>
              <a:t>using</a:t>
            </a:r>
            <a:r>
              <a:rPr lang="nl-NL">
                <a:solidFill>
                  <a:srgbClr val="00FF00"/>
                </a:solidFill>
                <a:latin typeface="Courier New" pitchFamily="49"/>
                <a:cs typeface="Courier New" pitchFamily="49"/>
              </a:rPr>
              <a:t> JUnit 4 @Rule</a:t>
            </a:r>
            <a:endParaRPr lang="nl-NL" dirty="0">
              <a:solidFill>
                <a:srgbClr val="00FF00"/>
              </a:solidFill>
              <a:latin typeface="Courier New" pitchFamily="49"/>
              <a:cs typeface="Courier New" pitchFamily="49"/>
            </a:endParaRPr>
          </a:p>
          <a:p>
            <a:pPr lvl="0">
              <a:buFont typeface="Courier New" pitchFamily="49"/>
              <a:buChar char="_"/>
            </a:pPr>
            <a:endParaRPr lang="nl-NL" dirty="0">
              <a:solidFill>
                <a:srgbClr val="00FF00"/>
              </a:solidFill>
              <a:latin typeface="Courier New" pitchFamily="49"/>
              <a:cs typeface="Courier New" pitchFamily="49"/>
            </a:endParaRPr>
          </a:p>
          <a:p>
            <a:pPr lvl="0">
              <a:buFont typeface="Courier New" pitchFamily="49"/>
              <a:buChar char="_"/>
            </a:pPr>
            <a:endParaRPr lang="nl-NL">
              <a:solidFill>
                <a:srgbClr val="00FF00"/>
              </a:solidFill>
              <a:latin typeface="Courier New" pitchFamily="49"/>
              <a:cs typeface="Courier New" pitchFamily="49"/>
            </a:endParaRPr>
          </a:p>
          <a:p>
            <a:pPr lvl="0">
              <a:buFont typeface="Courier New" pitchFamily="49"/>
              <a:buChar char="_"/>
            </a:pPr>
            <a:endParaRPr lang="nl-NL">
              <a:solidFill>
                <a:srgbClr val="00FF00"/>
              </a:solidFill>
              <a:latin typeface="Courier New" pitchFamily="49"/>
              <a:cs typeface="Courier New" pitchFamily="49"/>
            </a:endParaRPr>
          </a:p>
        </p:txBody>
      </p:sp>
      <p:pic>
        <p:nvPicPr>
          <p:cNvPr id="5" name="Afbeelding 4">
            <a:extLst>
              <a:ext uri="{FF2B5EF4-FFF2-40B4-BE49-F238E27FC236}">
                <a16:creationId xmlns:a16="http://schemas.microsoft.com/office/drawing/2014/main" id="{88D86CED-870D-47A6-9F12-F9FB9990EFC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8193" y="2424272"/>
            <a:ext cx="10515600" cy="825047"/>
          </a:xfrm>
          <a:prstGeom prst="rect">
            <a:avLst/>
          </a:prstGeom>
        </p:spPr>
      </p:pic>
      <p:pic>
        <p:nvPicPr>
          <p:cNvPr id="7" name="Afbeelding 6">
            <a:extLst>
              <a:ext uri="{FF2B5EF4-FFF2-40B4-BE49-F238E27FC236}">
                <a16:creationId xmlns:a16="http://schemas.microsoft.com/office/drawing/2014/main" id="{90D89DF1-2EFF-4EDC-9CAA-56BB3DE767F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8193" y="4486959"/>
            <a:ext cx="10515600" cy="1464019"/>
          </a:xfrm>
          <a:prstGeom prst="rect">
            <a:avLst/>
          </a:prstGeom>
        </p:spPr>
      </p:pic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BD6C88E-71D3-4070-B34A-892CBEDDA10A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838200" y="1"/>
            <a:ext cx="10515600" cy="944880"/>
          </a:xfrm>
        </p:spPr>
        <p:txBody>
          <a:bodyPr/>
          <a:lstStyle/>
          <a:p>
            <a:pPr lvl="0"/>
            <a:r>
              <a:rPr lang="nl-NL">
                <a:solidFill>
                  <a:srgbClr val="00FF00"/>
                </a:solidFill>
                <a:latin typeface="Courier New" pitchFamily="49"/>
                <a:cs typeface="Courier New" pitchFamily="49"/>
              </a:rPr>
              <a:t>Starting WireMock (JUnit 5)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A3D3DD0-B724-4C1B-909A-236FA278D3D1}"/>
              </a:ext>
            </a:extLst>
          </p:cNvPr>
          <p:cNvSpPr txBox="1">
            <a:spLocks noGrp="1"/>
          </p:cNvSpPr>
          <p:nvPr>
            <p:ph idx="1"/>
          </p:nvPr>
        </p:nvSpPr>
        <p:spPr>
          <a:xfrm>
            <a:off x="838203" y="944881"/>
            <a:ext cx="11143893" cy="5689599"/>
          </a:xfrm>
        </p:spPr>
        <p:txBody>
          <a:bodyPr>
            <a:normAutofit/>
          </a:bodyPr>
          <a:lstStyle/>
          <a:p>
            <a:pPr lvl="0">
              <a:buFont typeface="Courier New" pitchFamily="49"/>
              <a:buChar char="_"/>
            </a:pPr>
            <a:r>
              <a:rPr lang="nl-NL" sz="2400" dirty="0">
                <a:solidFill>
                  <a:srgbClr val="00FF00"/>
                </a:solidFill>
                <a:latin typeface="Courier New" pitchFamily="49"/>
                <a:cs typeface="Courier New" pitchFamily="49"/>
              </a:rPr>
              <a:t>Uses the JUnit 5 Jupiter extension mechanism</a:t>
            </a:r>
          </a:p>
          <a:p>
            <a:pPr lvl="0">
              <a:buFont typeface="Courier New" pitchFamily="49"/>
              <a:buChar char="_"/>
            </a:pPr>
            <a:endParaRPr lang="nl-NL" dirty="0">
              <a:solidFill>
                <a:srgbClr val="00FF00"/>
              </a:solidFill>
              <a:latin typeface="Courier New" pitchFamily="49"/>
              <a:cs typeface="Courier New" pitchFamily="49"/>
            </a:endParaRPr>
          </a:p>
          <a:p>
            <a:pPr lvl="0">
              <a:buFont typeface="Courier New" pitchFamily="49"/>
              <a:buChar char="_"/>
            </a:pPr>
            <a:r>
              <a:rPr lang="nl-NL" sz="2400" dirty="0">
                <a:solidFill>
                  <a:srgbClr val="00FF00"/>
                </a:solidFill>
                <a:latin typeface="Courier New" pitchFamily="49"/>
                <a:cs typeface="Courier New" pitchFamily="49"/>
              </a:rPr>
              <a:t>Via @WireMockTest class annotation (basic configuration)</a:t>
            </a:r>
          </a:p>
          <a:p>
            <a:pPr lvl="0">
              <a:buFont typeface="Courier New" pitchFamily="49"/>
              <a:buChar char="_"/>
            </a:pPr>
            <a:endParaRPr lang="nl-NL" dirty="0">
              <a:solidFill>
                <a:srgbClr val="00FF00"/>
              </a:solidFill>
              <a:latin typeface="Courier New" pitchFamily="49"/>
              <a:cs typeface="Courier New" pitchFamily="49"/>
            </a:endParaRPr>
          </a:p>
          <a:p>
            <a:pPr lvl="0">
              <a:buFont typeface="Courier New" pitchFamily="49"/>
              <a:buChar char="_"/>
            </a:pPr>
            <a:endParaRPr lang="nl-NL" dirty="0">
              <a:solidFill>
                <a:srgbClr val="00FF00"/>
              </a:solidFill>
              <a:latin typeface="Courier New" pitchFamily="49"/>
              <a:cs typeface="Courier New" pitchFamily="49"/>
            </a:endParaRPr>
          </a:p>
          <a:p>
            <a:pPr lvl="0">
              <a:buFont typeface="Courier New" pitchFamily="49"/>
              <a:buChar char="_"/>
            </a:pPr>
            <a:endParaRPr lang="nl-NL" dirty="0">
              <a:solidFill>
                <a:srgbClr val="00FF00"/>
              </a:solidFill>
              <a:latin typeface="Courier New" pitchFamily="49"/>
              <a:cs typeface="Courier New" pitchFamily="49"/>
            </a:endParaRPr>
          </a:p>
          <a:p>
            <a:pPr lvl="0">
              <a:buFont typeface="Courier New" pitchFamily="49"/>
              <a:buChar char="_"/>
            </a:pPr>
            <a:r>
              <a:rPr lang="nl-NL" sz="2400" dirty="0">
                <a:solidFill>
                  <a:srgbClr val="00FF00"/>
                </a:solidFill>
                <a:latin typeface="Courier New" pitchFamily="49"/>
                <a:cs typeface="Courier New" pitchFamily="49"/>
              </a:rPr>
              <a:t>Using @RegisterExtension (full configuration)</a:t>
            </a:r>
            <a:endParaRPr lang="nl-NL" dirty="0">
              <a:solidFill>
                <a:srgbClr val="00FF00"/>
              </a:solidFill>
              <a:latin typeface="Courier New" pitchFamily="49"/>
              <a:cs typeface="Courier New" pitchFamily="49"/>
            </a:endParaRPr>
          </a:p>
          <a:p>
            <a:pPr lvl="0">
              <a:buFont typeface="Courier New" pitchFamily="49"/>
              <a:buChar char="_"/>
            </a:pPr>
            <a:endParaRPr lang="nl-NL" dirty="0">
              <a:solidFill>
                <a:srgbClr val="00FF00"/>
              </a:solidFill>
              <a:latin typeface="Courier New" pitchFamily="49"/>
              <a:cs typeface="Courier New" pitchFamily="49"/>
            </a:endParaRPr>
          </a:p>
          <a:p>
            <a:pPr lvl="0">
              <a:buFont typeface="Courier New" pitchFamily="49"/>
              <a:buChar char="_"/>
            </a:pPr>
            <a:endParaRPr lang="nl-NL" dirty="0">
              <a:solidFill>
                <a:srgbClr val="00FF00"/>
              </a:solidFill>
              <a:latin typeface="Courier New" pitchFamily="49"/>
              <a:cs typeface="Courier New" pitchFamily="49"/>
            </a:endParaRPr>
          </a:p>
          <a:p>
            <a:pPr lvl="0">
              <a:buFont typeface="Courier New" pitchFamily="49"/>
              <a:buChar char="_"/>
            </a:pPr>
            <a:endParaRPr lang="nl-NL" dirty="0">
              <a:solidFill>
                <a:srgbClr val="00FF00"/>
              </a:solidFill>
              <a:latin typeface="Courier New" pitchFamily="49"/>
              <a:cs typeface="Courier New" pitchFamily="49"/>
            </a:endParaRPr>
          </a:p>
        </p:txBody>
      </p:sp>
      <p:pic>
        <p:nvPicPr>
          <p:cNvPr id="6" name="Afbeelding 5">
            <a:extLst>
              <a:ext uri="{FF2B5EF4-FFF2-40B4-BE49-F238E27FC236}">
                <a16:creationId xmlns:a16="http://schemas.microsoft.com/office/drawing/2014/main" id="{1356D514-098F-49A6-8F75-99FA7ED1274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8192" y="2593974"/>
            <a:ext cx="6243327" cy="900779"/>
          </a:xfrm>
          <a:prstGeom prst="rect">
            <a:avLst/>
          </a:prstGeom>
        </p:spPr>
      </p:pic>
      <p:pic>
        <p:nvPicPr>
          <p:cNvPr id="5" name="Afbeelding 4">
            <a:extLst>
              <a:ext uri="{FF2B5EF4-FFF2-40B4-BE49-F238E27FC236}">
                <a16:creationId xmlns:a16="http://schemas.microsoft.com/office/drawing/2014/main" id="{FA2E97AD-E2C9-17AC-D608-5F5F0FD17CF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8192" y="4439633"/>
            <a:ext cx="10532696" cy="147348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34134815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BD6C88E-71D3-4070-B34A-892CBEDDA10A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838200" y="1"/>
            <a:ext cx="10515600" cy="944880"/>
          </a:xfrm>
        </p:spPr>
        <p:txBody>
          <a:bodyPr/>
          <a:lstStyle/>
          <a:p>
            <a:pPr lvl="0"/>
            <a:r>
              <a:rPr lang="nl-NL">
                <a:solidFill>
                  <a:srgbClr val="00FF00"/>
                </a:solidFill>
                <a:latin typeface="Courier New" pitchFamily="49"/>
                <a:cs typeface="Courier New" pitchFamily="49"/>
              </a:rPr>
              <a:t>Starting WireMock (standalone)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A3D3DD0-B724-4C1B-909A-236FA278D3D1}"/>
              </a:ext>
            </a:extLst>
          </p:cNvPr>
          <p:cNvSpPr txBox="1">
            <a:spLocks noGrp="1"/>
          </p:cNvSpPr>
          <p:nvPr>
            <p:ph idx="1"/>
          </p:nvPr>
        </p:nvSpPr>
        <p:spPr>
          <a:xfrm>
            <a:off x="838203" y="1046480"/>
            <a:ext cx="11143893" cy="5588000"/>
          </a:xfrm>
        </p:spPr>
        <p:txBody>
          <a:bodyPr>
            <a:normAutofit/>
          </a:bodyPr>
          <a:lstStyle/>
          <a:p>
            <a:pPr lvl="0">
              <a:buFont typeface="Courier New" pitchFamily="49"/>
              <a:buChar char="_"/>
            </a:pPr>
            <a:r>
              <a:rPr lang="nl-NL" dirty="0">
                <a:solidFill>
                  <a:srgbClr val="00FF00"/>
                </a:solidFill>
                <a:latin typeface="Courier New" pitchFamily="49"/>
                <a:cs typeface="Courier New" pitchFamily="49"/>
              </a:rPr>
              <a:t>Useful for exploratory testing purposes</a:t>
            </a:r>
          </a:p>
          <a:p>
            <a:pPr lvl="0">
              <a:buFont typeface="Courier New" pitchFamily="49"/>
              <a:buChar char="_"/>
            </a:pPr>
            <a:endParaRPr lang="nl-NL" dirty="0">
              <a:solidFill>
                <a:srgbClr val="00FF00"/>
              </a:solidFill>
              <a:latin typeface="Courier New" pitchFamily="49"/>
              <a:cs typeface="Courier New" pitchFamily="49"/>
            </a:endParaRPr>
          </a:p>
          <a:p>
            <a:pPr lvl="0">
              <a:buFont typeface="Courier New" pitchFamily="49"/>
              <a:buChar char="_"/>
            </a:pPr>
            <a:r>
              <a:rPr lang="nl-NL" dirty="0">
                <a:solidFill>
                  <a:srgbClr val="00FF00"/>
                </a:solidFill>
                <a:latin typeface="Courier New" pitchFamily="49"/>
                <a:cs typeface="Courier New" pitchFamily="49"/>
              </a:rPr>
              <a:t>Allows you to share WireMock instances between teams</a:t>
            </a:r>
          </a:p>
          <a:p>
            <a:pPr lvl="0">
              <a:buFont typeface="Courier New" pitchFamily="49"/>
              <a:buChar char="_"/>
            </a:pPr>
            <a:endParaRPr lang="nl-NL" dirty="0">
              <a:solidFill>
                <a:srgbClr val="00FF00"/>
              </a:solidFill>
              <a:latin typeface="Courier New" pitchFamily="49"/>
              <a:cs typeface="Courier New" pitchFamily="49"/>
            </a:endParaRPr>
          </a:p>
          <a:p>
            <a:pPr lvl="0">
              <a:buFont typeface="Courier New" pitchFamily="49"/>
              <a:buChar char="_"/>
            </a:pPr>
            <a:r>
              <a:rPr lang="nl-NL" dirty="0">
                <a:solidFill>
                  <a:srgbClr val="00FF00"/>
                </a:solidFill>
                <a:latin typeface="Courier New" pitchFamily="49"/>
                <a:cs typeface="Courier New" pitchFamily="49"/>
              </a:rPr>
              <a:t>Long-running instances</a:t>
            </a:r>
          </a:p>
          <a:p>
            <a:pPr lvl="0">
              <a:buFont typeface="Courier New" pitchFamily="49"/>
              <a:buChar char="_"/>
            </a:pPr>
            <a:endParaRPr lang="nl-NL" dirty="0">
              <a:solidFill>
                <a:srgbClr val="00FF00"/>
              </a:solidFill>
              <a:latin typeface="Courier New" pitchFamily="49"/>
              <a:cs typeface="Courier New" pitchFamily="49"/>
            </a:endParaRPr>
          </a:p>
          <a:p>
            <a:pPr lvl="0">
              <a:buFont typeface="Courier New" pitchFamily="49"/>
              <a:buChar char="_"/>
            </a:pPr>
            <a:r>
              <a:rPr lang="nl-NL" dirty="0">
                <a:solidFill>
                  <a:srgbClr val="00FF00"/>
                </a:solidFill>
                <a:latin typeface="Courier New" pitchFamily="49"/>
                <a:cs typeface="Courier New" pitchFamily="49"/>
              </a:rPr>
              <a:t>Download the .jar first</a:t>
            </a:r>
          </a:p>
          <a:p>
            <a:pPr marL="0" lvl="0" indent="0">
              <a:buNone/>
            </a:pPr>
            <a:endParaRPr lang="nl-NL" sz="2400" i="1" dirty="0">
              <a:solidFill>
                <a:srgbClr val="00FF00"/>
              </a:solidFill>
              <a:latin typeface="Courier New" pitchFamily="49"/>
              <a:cs typeface="Courier New" pitchFamily="49"/>
            </a:endParaRPr>
          </a:p>
          <a:p>
            <a:pPr marL="0" lvl="0" indent="0">
              <a:buNone/>
            </a:pPr>
            <a:r>
              <a:rPr lang="nl-NL" sz="2400" i="1" dirty="0">
                <a:solidFill>
                  <a:srgbClr val="00FF00"/>
                </a:solidFill>
                <a:latin typeface="Courier New" pitchFamily="49"/>
                <a:cs typeface="Courier New" pitchFamily="49"/>
              </a:rPr>
              <a:t>java -jar wiremock-standalone-3.9.2.jar --port 9876</a:t>
            </a:r>
          </a:p>
        </p:txBody>
      </p:sp>
    </p:spTree>
    <p:extLst>
      <p:ext uri="{BB962C8B-B14F-4D97-AF65-F5344CB8AC3E}">
        <p14:creationId xmlns:p14="http://schemas.microsoft.com/office/powerpoint/2010/main" val="2770235377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81"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FB69157-EA6A-4DBA-A3FB-AC3868D36517}"/>
              </a:ext>
            </a:extLst>
          </p:cNvPr>
          <p:cNvSpPr txBox="1">
            <a:spLocks noGrp="1"/>
          </p:cNvSpPr>
          <p:nvPr>
            <p:ph type="title"/>
          </p:nvPr>
        </p:nvSpPr>
        <p:spPr/>
        <p:txBody>
          <a:bodyPr/>
          <a:lstStyle/>
          <a:p>
            <a:pPr lvl="0"/>
            <a:r>
              <a:rPr lang="nl-NL">
                <a:solidFill>
                  <a:srgbClr val="00FF00"/>
                </a:solidFill>
                <a:latin typeface="Courier New" pitchFamily="49"/>
                <a:cs typeface="Courier New" pitchFamily="49"/>
              </a:rPr>
              <a:t>Configure responses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6D8D685-060E-45DC-AA26-B7730372EBC7}"/>
              </a:ext>
            </a:extLst>
          </p:cNvPr>
          <p:cNvSpPr txBox="1">
            <a:spLocks noGrp="1"/>
          </p:cNvSpPr>
          <p:nvPr>
            <p:ph idx="1"/>
          </p:nvPr>
        </p:nvSpPr>
        <p:spPr>
          <a:xfrm>
            <a:off x="838203" y="1825627"/>
            <a:ext cx="11143893" cy="4351336"/>
          </a:xfrm>
        </p:spPr>
        <p:txBody>
          <a:bodyPr/>
          <a:lstStyle/>
          <a:p>
            <a:pPr lvl="0">
              <a:buFont typeface="Courier New" pitchFamily="49"/>
              <a:buChar char="_"/>
            </a:pPr>
            <a:r>
              <a:rPr lang="nl-NL">
                <a:solidFill>
                  <a:srgbClr val="00FF00"/>
                </a:solidFill>
                <a:latin typeface="Courier New" pitchFamily="49"/>
                <a:cs typeface="Courier New" pitchFamily="49"/>
              </a:rPr>
              <a:t>In (Java) code</a:t>
            </a:r>
          </a:p>
          <a:p>
            <a:pPr lvl="0">
              <a:buFont typeface="Courier New" pitchFamily="49"/>
              <a:buChar char="_"/>
            </a:pPr>
            <a:endParaRPr lang="nl-NL">
              <a:solidFill>
                <a:srgbClr val="00FF00"/>
              </a:solidFill>
              <a:latin typeface="Courier New" pitchFamily="49"/>
              <a:cs typeface="Courier New" pitchFamily="49"/>
            </a:endParaRPr>
          </a:p>
          <a:p>
            <a:pPr lvl="0">
              <a:buFont typeface="Courier New" pitchFamily="49"/>
              <a:buChar char="_"/>
            </a:pPr>
            <a:r>
              <a:rPr lang="nl-NL">
                <a:solidFill>
                  <a:srgbClr val="00FF00"/>
                </a:solidFill>
                <a:latin typeface="Courier New" pitchFamily="49"/>
                <a:cs typeface="Courier New" pitchFamily="49"/>
              </a:rPr>
              <a:t>Using JSON mapping files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1A374F2-CF67-4790-A38E-580019436329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839784" y="365129"/>
            <a:ext cx="11170706" cy="1325559"/>
          </a:xfrm>
        </p:spPr>
        <p:txBody>
          <a:bodyPr/>
          <a:lstStyle/>
          <a:p>
            <a:pPr lvl="0"/>
            <a:r>
              <a:rPr lang="nl-NL">
                <a:solidFill>
                  <a:srgbClr val="00FF00"/>
                </a:solidFill>
                <a:latin typeface="Courier New" pitchFamily="49"/>
                <a:cs typeface="Courier New" pitchFamily="49"/>
              </a:rPr>
              <a:t>An example mock defined in Java</a:t>
            </a:r>
          </a:p>
        </p:txBody>
      </p:sp>
      <p:pic>
        <p:nvPicPr>
          <p:cNvPr id="11" name="Afbeelding 10">
            <a:extLst>
              <a:ext uri="{FF2B5EF4-FFF2-40B4-BE49-F238E27FC236}">
                <a16:creationId xmlns:a16="http://schemas.microsoft.com/office/drawing/2014/main" id="{7771857A-B5CE-470F-8A26-86DA1C99237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3769" y="1690688"/>
            <a:ext cx="10924461" cy="4150224"/>
          </a:xfrm>
          <a:prstGeom prst="rect">
            <a:avLst/>
          </a:prstGeom>
        </p:spPr>
      </p:pic>
      <p:sp>
        <p:nvSpPr>
          <p:cNvPr id="12" name="Oval 4">
            <a:extLst>
              <a:ext uri="{FF2B5EF4-FFF2-40B4-BE49-F238E27FC236}">
                <a16:creationId xmlns:a16="http://schemas.microsoft.com/office/drawing/2014/main" id="{0BB973A6-7D9B-4054-85DD-B96910652BE5}"/>
              </a:ext>
            </a:extLst>
          </p:cNvPr>
          <p:cNvSpPr/>
          <p:nvPr/>
        </p:nvSpPr>
        <p:spPr>
          <a:xfrm flipV="1">
            <a:off x="1823573" y="2717418"/>
            <a:ext cx="827159" cy="436748"/>
          </a:xfrm>
          <a:prstGeom prst="ellipse">
            <a:avLst/>
          </a:prstGeom>
          <a:noFill/>
          <a:ln w="38100">
            <a:solidFill>
              <a:srgbClr val="00FF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nl-NL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3" name="Oval 4">
            <a:extLst>
              <a:ext uri="{FF2B5EF4-FFF2-40B4-BE49-F238E27FC236}">
                <a16:creationId xmlns:a16="http://schemas.microsoft.com/office/drawing/2014/main" id="{DA343E81-4EEB-4451-A3BD-4B6CDB5CD56E}"/>
              </a:ext>
            </a:extLst>
          </p:cNvPr>
          <p:cNvSpPr/>
          <p:nvPr/>
        </p:nvSpPr>
        <p:spPr>
          <a:xfrm flipV="1">
            <a:off x="2399123" y="3016247"/>
            <a:ext cx="1905749" cy="436748"/>
          </a:xfrm>
          <a:prstGeom prst="ellipse">
            <a:avLst/>
          </a:prstGeom>
          <a:noFill/>
          <a:ln w="38100">
            <a:solidFill>
              <a:srgbClr val="00FF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nl-NL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4" name="Oval 4">
            <a:extLst>
              <a:ext uri="{FF2B5EF4-FFF2-40B4-BE49-F238E27FC236}">
                <a16:creationId xmlns:a16="http://schemas.microsoft.com/office/drawing/2014/main" id="{0D691605-F462-4D32-8000-53BD63A54A2D}"/>
              </a:ext>
            </a:extLst>
          </p:cNvPr>
          <p:cNvSpPr/>
          <p:nvPr/>
        </p:nvSpPr>
        <p:spPr>
          <a:xfrm flipV="1">
            <a:off x="3599289" y="4401738"/>
            <a:ext cx="1905749" cy="436748"/>
          </a:xfrm>
          <a:prstGeom prst="ellipse">
            <a:avLst/>
          </a:prstGeom>
          <a:noFill/>
          <a:ln w="38100">
            <a:solidFill>
              <a:srgbClr val="00FF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nl-NL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5" name="Oval 4">
            <a:extLst>
              <a:ext uri="{FF2B5EF4-FFF2-40B4-BE49-F238E27FC236}">
                <a16:creationId xmlns:a16="http://schemas.microsoft.com/office/drawing/2014/main" id="{3556AE7D-0804-4BF4-ADAE-EA95BF2E4246}"/>
              </a:ext>
            </a:extLst>
          </p:cNvPr>
          <p:cNvSpPr/>
          <p:nvPr/>
        </p:nvSpPr>
        <p:spPr>
          <a:xfrm flipV="1">
            <a:off x="3599288" y="4733593"/>
            <a:ext cx="1905749" cy="436748"/>
          </a:xfrm>
          <a:prstGeom prst="ellipse">
            <a:avLst/>
          </a:prstGeom>
          <a:noFill/>
          <a:ln w="38100">
            <a:solidFill>
              <a:srgbClr val="00FF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nl-NL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6" name="Oval 4">
            <a:extLst>
              <a:ext uri="{FF2B5EF4-FFF2-40B4-BE49-F238E27FC236}">
                <a16:creationId xmlns:a16="http://schemas.microsoft.com/office/drawing/2014/main" id="{76218689-0999-412A-ACCD-A053874CC536}"/>
              </a:ext>
            </a:extLst>
          </p:cNvPr>
          <p:cNvSpPr/>
          <p:nvPr/>
        </p:nvSpPr>
        <p:spPr>
          <a:xfrm flipV="1">
            <a:off x="3599287" y="5068878"/>
            <a:ext cx="1905749" cy="436748"/>
          </a:xfrm>
          <a:prstGeom prst="ellipse">
            <a:avLst/>
          </a:prstGeom>
          <a:noFill/>
          <a:ln w="38100">
            <a:solidFill>
              <a:srgbClr val="00FF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nl-NL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00700422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 animBg="1"/>
      <p:bldP spid="13" grpId="0" animBg="1"/>
      <p:bldP spid="14" grpId="0" animBg="1"/>
      <p:bldP spid="15" grpId="0" animBg="1"/>
      <p:bldP spid="16" grpId="0" animBg="1"/>
    </p:bld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F8E40D9-78FA-4C53-86ED-567EF776A96A}"/>
              </a:ext>
            </a:extLst>
          </p:cNvPr>
          <p:cNvSpPr txBox="1">
            <a:spLocks noGrp="1"/>
          </p:cNvSpPr>
          <p:nvPr>
            <p:ph type="title"/>
          </p:nvPr>
        </p:nvSpPr>
        <p:spPr/>
        <p:txBody>
          <a:bodyPr/>
          <a:lstStyle/>
          <a:p>
            <a:pPr lvl="0"/>
            <a:r>
              <a:rPr lang="nl-NL">
                <a:solidFill>
                  <a:srgbClr val="00FF00"/>
                </a:solidFill>
                <a:latin typeface="Courier New" pitchFamily="49"/>
                <a:cs typeface="Courier New" pitchFamily="49"/>
              </a:rPr>
              <a:t>Some useful WireMock features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85BDE85-D3A7-4363-BC3A-C4624B7A8C0A}"/>
              </a:ext>
            </a:extLst>
          </p:cNvPr>
          <p:cNvSpPr txBox="1">
            <a:spLocks noGrp="1"/>
          </p:cNvSpPr>
          <p:nvPr>
            <p:ph idx="1"/>
          </p:nvPr>
        </p:nvSpPr>
        <p:spPr>
          <a:xfrm>
            <a:off x="838203" y="1825627"/>
            <a:ext cx="11353803" cy="4351336"/>
          </a:xfrm>
        </p:spPr>
        <p:txBody>
          <a:bodyPr/>
          <a:lstStyle/>
          <a:p>
            <a:pPr lvl="0">
              <a:lnSpc>
                <a:spcPct val="70000"/>
              </a:lnSpc>
              <a:buFont typeface="Courier New" pitchFamily="49"/>
              <a:buChar char="_"/>
            </a:pPr>
            <a:r>
              <a:rPr lang="nl-NL" sz="2400">
                <a:solidFill>
                  <a:srgbClr val="00FF00"/>
                </a:solidFill>
                <a:latin typeface="Courier New" pitchFamily="49"/>
                <a:cs typeface="Courier New" pitchFamily="49"/>
              </a:rPr>
              <a:t>Verification</a:t>
            </a:r>
          </a:p>
          <a:p>
            <a:pPr lvl="1">
              <a:lnSpc>
                <a:spcPct val="70000"/>
              </a:lnSpc>
              <a:buFont typeface="Courier New" pitchFamily="49"/>
              <a:buChar char="_"/>
            </a:pPr>
            <a:r>
              <a:rPr lang="nl-NL" sz="2000">
                <a:solidFill>
                  <a:srgbClr val="00FF00"/>
                </a:solidFill>
                <a:latin typeface="Courier New" pitchFamily="49"/>
                <a:cs typeface="Courier New" pitchFamily="49"/>
              </a:rPr>
              <a:t>Verify that certain requests are sent by application under test</a:t>
            </a:r>
          </a:p>
          <a:p>
            <a:pPr lvl="0">
              <a:lnSpc>
                <a:spcPct val="70000"/>
              </a:lnSpc>
              <a:buFont typeface="Courier New" pitchFamily="49"/>
              <a:buChar char="_"/>
            </a:pPr>
            <a:endParaRPr lang="nl-NL" sz="2400">
              <a:solidFill>
                <a:srgbClr val="00FF00"/>
              </a:solidFill>
              <a:latin typeface="Courier New" pitchFamily="49"/>
              <a:cs typeface="Courier New" pitchFamily="49"/>
            </a:endParaRPr>
          </a:p>
          <a:p>
            <a:pPr lvl="0">
              <a:lnSpc>
                <a:spcPct val="70000"/>
              </a:lnSpc>
              <a:buFont typeface="Courier New" pitchFamily="49"/>
              <a:buChar char="_"/>
            </a:pPr>
            <a:r>
              <a:rPr lang="nl-NL" sz="2400">
                <a:solidFill>
                  <a:srgbClr val="00FF00"/>
                </a:solidFill>
                <a:latin typeface="Courier New" pitchFamily="49"/>
                <a:cs typeface="Courier New" pitchFamily="49"/>
              </a:rPr>
              <a:t>Record and playback</a:t>
            </a:r>
          </a:p>
          <a:p>
            <a:pPr lvl="1">
              <a:lnSpc>
                <a:spcPct val="70000"/>
              </a:lnSpc>
              <a:buFont typeface="Courier New" pitchFamily="49"/>
              <a:buChar char="_"/>
            </a:pPr>
            <a:r>
              <a:rPr lang="nl-NL" sz="2000">
                <a:solidFill>
                  <a:srgbClr val="00FF00"/>
                </a:solidFill>
                <a:latin typeface="Courier New" pitchFamily="49"/>
                <a:cs typeface="Courier New" pitchFamily="49"/>
              </a:rPr>
              <a:t>Generate mocks based on request-response pairs (traffic)</a:t>
            </a:r>
          </a:p>
          <a:p>
            <a:pPr lvl="0">
              <a:lnSpc>
                <a:spcPct val="70000"/>
              </a:lnSpc>
              <a:buFont typeface="Courier New" pitchFamily="49"/>
              <a:buChar char="_"/>
            </a:pPr>
            <a:endParaRPr lang="nl-NL" sz="2400">
              <a:solidFill>
                <a:srgbClr val="00FF00"/>
              </a:solidFill>
              <a:latin typeface="Courier New" pitchFamily="49"/>
              <a:cs typeface="Courier New" pitchFamily="49"/>
            </a:endParaRPr>
          </a:p>
          <a:p>
            <a:pPr lvl="0">
              <a:lnSpc>
                <a:spcPct val="70000"/>
              </a:lnSpc>
              <a:buFont typeface="Courier New" pitchFamily="49"/>
              <a:buChar char="_"/>
            </a:pPr>
            <a:r>
              <a:rPr lang="nl-NL" sz="2400">
                <a:solidFill>
                  <a:srgbClr val="00FF00"/>
                </a:solidFill>
                <a:latin typeface="Courier New" pitchFamily="49"/>
                <a:cs typeface="Courier New" pitchFamily="49"/>
              </a:rPr>
              <a:t>Fault simulation</a:t>
            </a:r>
          </a:p>
          <a:p>
            <a:pPr lvl="0">
              <a:lnSpc>
                <a:spcPct val="70000"/>
              </a:lnSpc>
              <a:buFont typeface="Courier New" pitchFamily="49"/>
              <a:buChar char="_"/>
            </a:pPr>
            <a:endParaRPr lang="nl-NL" sz="2400">
              <a:solidFill>
                <a:srgbClr val="00FF00"/>
              </a:solidFill>
              <a:latin typeface="Courier New" pitchFamily="49"/>
              <a:cs typeface="Courier New" pitchFamily="49"/>
            </a:endParaRPr>
          </a:p>
          <a:p>
            <a:pPr lvl="0">
              <a:lnSpc>
                <a:spcPct val="70000"/>
              </a:lnSpc>
              <a:buFont typeface="Courier New" pitchFamily="49"/>
              <a:buChar char="_"/>
            </a:pPr>
            <a:r>
              <a:rPr lang="nl-NL" sz="2400">
                <a:solidFill>
                  <a:srgbClr val="00FF00"/>
                </a:solidFill>
                <a:latin typeface="Courier New" pitchFamily="49"/>
                <a:cs typeface="Courier New" pitchFamily="49"/>
              </a:rPr>
              <a:t>…</a:t>
            </a:r>
          </a:p>
          <a:p>
            <a:pPr lvl="0">
              <a:lnSpc>
                <a:spcPct val="70000"/>
              </a:lnSpc>
              <a:buFont typeface="Courier New" pitchFamily="49"/>
              <a:buChar char="_"/>
            </a:pPr>
            <a:endParaRPr lang="nl-NL" sz="2400">
              <a:solidFill>
                <a:srgbClr val="00FF00"/>
              </a:solidFill>
              <a:latin typeface="Courier New" pitchFamily="49"/>
              <a:cs typeface="Courier New" pitchFamily="49"/>
            </a:endParaRPr>
          </a:p>
          <a:p>
            <a:pPr lvl="0">
              <a:lnSpc>
                <a:spcPct val="70000"/>
              </a:lnSpc>
              <a:buFont typeface="Courier New" pitchFamily="49"/>
              <a:buChar char="_"/>
            </a:pPr>
            <a:r>
              <a:rPr lang="nl-NL" sz="2400">
                <a:solidFill>
                  <a:srgbClr val="00FF00"/>
                </a:solidFill>
                <a:latin typeface="Courier New" pitchFamily="49"/>
                <a:cs typeface="Courier New" pitchFamily="49"/>
              </a:rPr>
              <a:t>Full documentation at https://wiremock.org/docs/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0B4D458-4D33-4286-AFEF-1B613A4DDEAA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838200" y="111129"/>
            <a:ext cx="10515600" cy="721991"/>
          </a:xfrm>
        </p:spPr>
        <p:txBody>
          <a:bodyPr/>
          <a:lstStyle/>
          <a:p>
            <a:pPr lvl="0"/>
            <a:r>
              <a:rPr lang="nl-NL">
                <a:solidFill>
                  <a:srgbClr val="00FF00"/>
                </a:solidFill>
                <a:latin typeface="Courier New" pitchFamily="49"/>
                <a:cs typeface="Courier New" pitchFamily="49"/>
              </a:rPr>
              <a:t>Now it’s your turn!</a:t>
            </a:r>
            <a:endParaRPr lang="nl-NL" dirty="0">
              <a:solidFill>
                <a:srgbClr val="00FF00"/>
              </a:solidFill>
              <a:latin typeface="Courier New" pitchFamily="49"/>
              <a:cs typeface="Courier New" pitchFamily="49"/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A05396D-29B9-41A6-9997-E363A9EA5C37}"/>
              </a:ext>
            </a:extLst>
          </p:cNvPr>
          <p:cNvSpPr txBox="1">
            <a:spLocks noGrp="1"/>
          </p:cNvSpPr>
          <p:nvPr>
            <p:ph idx="1"/>
          </p:nvPr>
        </p:nvSpPr>
        <p:spPr>
          <a:xfrm>
            <a:off x="838200" y="1307466"/>
            <a:ext cx="10977877" cy="5032373"/>
          </a:xfrm>
        </p:spPr>
        <p:txBody>
          <a:bodyPr>
            <a:normAutofit fontScale="92500" lnSpcReduction="10000"/>
          </a:bodyPr>
          <a:lstStyle/>
          <a:p>
            <a:pPr lvl="0">
              <a:buFont typeface="Courier New" pitchFamily="49"/>
              <a:buChar char="_"/>
            </a:pPr>
            <a:r>
              <a:rPr lang="nl-NL" dirty="0">
                <a:solidFill>
                  <a:srgbClr val="00FF00"/>
                </a:solidFill>
                <a:latin typeface="Courier New" pitchFamily="49"/>
                <a:cs typeface="Courier New" pitchFamily="49"/>
              </a:rPr>
              <a:t>exercises &gt; WireMockExercises1Test.java</a:t>
            </a:r>
          </a:p>
          <a:p>
            <a:pPr lvl="0">
              <a:buFont typeface="Courier New" pitchFamily="49"/>
              <a:buChar char="_"/>
            </a:pPr>
            <a:endParaRPr lang="nl-NL" dirty="0">
              <a:solidFill>
                <a:srgbClr val="00FF00"/>
              </a:solidFill>
              <a:latin typeface="Courier New" pitchFamily="49"/>
              <a:cs typeface="Courier New" pitchFamily="49"/>
            </a:endParaRPr>
          </a:p>
          <a:p>
            <a:pPr lvl="0">
              <a:buFont typeface="Courier New" pitchFamily="49"/>
              <a:buChar char="_"/>
            </a:pPr>
            <a:r>
              <a:rPr lang="nl-NL" dirty="0">
                <a:solidFill>
                  <a:srgbClr val="00FF00"/>
                </a:solidFill>
                <a:latin typeface="Courier New" pitchFamily="49"/>
                <a:cs typeface="Courier New" pitchFamily="49"/>
              </a:rPr>
              <a:t>Create a couple of basic mocks</a:t>
            </a:r>
          </a:p>
          <a:p>
            <a:pPr lvl="1">
              <a:buFont typeface="Courier New" pitchFamily="49"/>
              <a:buChar char="_"/>
            </a:pPr>
            <a:r>
              <a:rPr lang="nl-NL" dirty="0">
                <a:solidFill>
                  <a:srgbClr val="00FF00"/>
                </a:solidFill>
                <a:latin typeface="Courier New" pitchFamily="49"/>
                <a:cs typeface="Courier New" pitchFamily="49"/>
              </a:rPr>
              <a:t>Implement the responses as described in the comments</a:t>
            </a:r>
          </a:p>
          <a:p>
            <a:pPr lvl="0">
              <a:buFont typeface="Courier New" pitchFamily="49"/>
              <a:buChar char="_"/>
            </a:pPr>
            <a:endParaRPr lang="nl-NL" dirty="0">
              <a:solidFill>
                <a:srgbClr val="00FF00"/>
              </a:solidFill>
              <a:latin typeface="Courier New" pitchFamily="49"/>
              <a:cs typeface="Courier New" pitchFamily="49"/>
            </a:endParaRPr>
          </a:p>
          <a:p>
            <a:pPr lvl="0">
              <a:buFont typeface="Courier New" pitchFamily="49"/>
              <a:buChar char="_"/>
            </a:pPr>
            <a:r>
              <a:rPr lang="nl-NL" dirty="0">
                <a:solidFill>
                  <a:srgbClr val="00FF00"/>
                </a:solidFill>
                <a:latin typeface="Courier New" pitchFamily="49"/>
                <a:cs typeface="Courier New" pitchFamily="49"/>
              </a:rPr>
              <a:t>Verify your solution by running the tests in the same file</a:t>
            </a:r>
          </a:p>
          <a:p>
            <a:pPr lvl="0">
              <a:buFont typeface="Courier New" pitchFamily="49"/>
              <a:buChar char="_"/>
            </a:pPr>
            <a:endParaRPr lang="nl-NL" dirty="0">
              <a:solidFill>
                <a:srgbClr val="00FF00"/>
              </a:solidFill>
              <a:latin typeface="Courier New" pitchFamily="49"/>
              <a:cs typeface="Courier New" pitchFamily="49"/>
            </a:endParaRPr>
          </a:p>
          <a:p>
            <a:pPr lvl="0">
              <a:buFont typeface="Courier New" pitchFamily="49"/>
              <a:buChar char="_"/>
            </a:pPr>
            <a:r>
              <a:rPr lang="nl-NL" dirty="0">
                <a:solidFill>
                  <a:srgbClr val="00FF00"/>
                </a:solidFill>
                <a:latin typeface="Courier New" pitchFamily="49"/>
                <a:cs typeface="Courier New" pitchFamily="49"/>
              </a:rPr>
              <a:t>Answers are in answers &gt; WireMockAnswers1Test.java</a:t>
            </a:r>
          </a:p>
          <a:p>
            <a:pPr lvl="0">
              <a:buFont typeface="Courier New" pitchFamily="49"/>
              <a:buChar char="_"/>
            </a:pPr>
            <a:endParaRPr lang="nl-NL" dirty="0">
              <a:solidFill>
                <a:srgbClr val="00FF00"/>
              </a:solidFill>
              <a:latin typeface="Courier New" pitchFamily="49"/>
              <a:cs typeface="Courier New" pitchFamily="49"/>
            </a:endParaRPr>
          </a:p>
          <a:p>
            <a:pPr lvl="0">
              <a:buFont typeface="Courier New" pitchFamily="49"/>
              <a:buChar char="_"/>
            </a:pPr>
            <a:r>
              <a:rPr lang="nl-NL" dirty="0">
                <a:solidFill>
                  <a:srgbClr val="00FF00"/>
                </a:solidFill>
                <a:latin typeface="Courier New" pitchFamily="49"/>
                <a:cs typeface="Courier New" pitchFamily="49"/>
              </a:rPr>
              <a:t>Examples are in examples &gt; WireMockExamples1Test.java</a:t>
            </a:r>
          </a:p>
          <a:p>
            <a:pPr lvl="0">
              <a:buFont typeface="Courier New" pitchFamily="49"/>
              <a:buChar char="_"/>
            </a:pPr>
            <a:endParaRPr lang="nl-NL" dirty="0">
              <a:solidFill>
                <a:srgbClr val="00FF00"/>
              </a:solidFill>
              <a:latin typeface="Courier New" pitchFamily="49"/>
              <a:cs typeface="Courier New" pitchFamily="49"/>
            </a:endParaRPr>
          </a:p>
          <a:p>
            <a:pPr lvl="0">
              <a:buFont typeface="Courier New" pitchFamily="49"/>
              <a:buChar char="_"/>
            </a:pPr>
            <a:endParaRPr lang="nl-NL" dirty="0">
              <a:solidFill>
                <a:srgbClr val="00FF00"/>
              </a:solidFill>
              <a:latin typeface="Courier New" pitchFamily="49"/>
              <a:cs typeface="Courier New" pitchFamily="49"/>
            </a:endParaRPr>
          </a:p>
          <a:p>
            <a:pPr lvl="0">
              <a:buFont typeface="Courier New" pitchFamily="49"/>
              <a:buChar char="_"/>
            </a:pPr>
            <a:endParaRPr lang="nl-NL" dirty="0">
              <a:solidFill>
                <a:srgbClr val="00FF00"/>
              </a:solidFill>
              <a:latin typeface="Courier New" pitchFamily="49"/>
              <a:cs typeface="Courier New" pitchFamily="49"/>
            </a:endParaRPr>
          </a:p>
          <a:p>
            <a:pPr lvl="0">
              <a:buFont typeface="Courier New" pitchFamily="49"/>
              <a:buChar char="_"/>
            </a:pPr>
            <a:endParaRPr lang="nl-NL" dirty="0">
              <a:solidFill>
                <a:srgbClr val="00FF00"/>
              </a:solidFill>
              <a:latin typeface="Courier New" pitchFamily="49"/>
              <a:cs typeface="Courier New" pitchFamily="49"/>
            </a:endParaRPr>
          </a:p>
          <a:p>
            <a:pPr lvl="0">
              <a:buFont typeface="Courier New" pitchFamily="49"/>
              <a:buChar char="_"/>
            </a:pPr>
            <a:endParaRPr lang="nl-NL" dirty="0">
              <a:solidFill>
                <a:srgbClr val="00FF00"/>
              </a:solidFill>
              <a:latin typeface="Courier New" pitchFamily="49"/>
              <a:cs typeface="Courier New" pitchFamily="49"/>
            </a:endParaRP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" y="2267636"/>
            <a:ext cx="12191998" cy="2369662"/>
          </a:xfrm>
        </p:spPr>
        <p:txBody>
          <a:bodyPr>
            <a:noAutofit/>
          </a:bodyPr>
          <a:lstStyle/>
          <a:p>
            <a:pPr algn="ctr"/>
            <a:r>
              <a:rPr lang="nl-NL" sz="6500">
                <a:solidFill>
                  <a:srgbClr val="00FF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Section 2:</a:t>
            </a:r>
            <a:br>
              <a:rPr lang="nl-NL" sz="6500">
                <a:solidFill>
                  <a:srgbClr val="00FF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br>
              <a:rPr lang="nl-NL" sz="6500">
                <a:solidFill>
                  <a:srgbClr val="00FF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nl-NL" sz="6500">
                <a:solidFill>
                  <a:srgbClr val="00FF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Request matching strategies and fault simulation</a:t>
            </a:r>
            <a:endParaRPr lang="nl-NL" sz="6500" dirty="0">
              <a:solidFill>
                <a:srgbClr val="00FF00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183950320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ACAE4B0-503A-4E98-8FD1-6946BA90EBF9}"/>
              </a:ext>
            </a:extLst>
          </p:cNvPr>
          <p:cNvSpPr txBox="1">
            <a:spLocks noGrp="1"/>
          </p:cNvSpPr>
          <p:nvPr>
            <p:ph type="title"/>
          </p:nvPr>
        </p:nvSpPr>
        <p:spPr/>
        <p:txBody>
          <a:bodyPr/>
          <a:lstStyle/>
          <a:p>
            <a:pPr lvl="0"/>
            <a:r>
              <a:rPr lang="nl-NL">
                <a:solidFill>
                  <a:srgbClr val="00FF00"/>
                </a:solidFill>
                <a:latin typeface="Courier New" pitchFamily="49"/>
                <a:cs typeface="Courier New" pitchFamily="49"/>
              </a:rPr>
              <a:t>Request matching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ED04E85-A65D-498E-AD36-52DB30FC1F71}"/>
              </a:ext>
            </a:extLst>
          </p:cNvPr>
          <p:cNvSpPr txBox="1">
            <a:spLocks noGrp="1"/>
          </p:cNvSpPr>
          <p:nvPr>
            <p:ph idx="1"/>
          </p:nvPr>
        </p:nvSpPr>
        <p:spPr>
          <a:xfrm>
            <a:off x="838203" y="1825627"/>
            <a:ext cx="11143893" cy="4351336"/>
          </a:xfrm>
        </p:spPr>
        <p:txBody>
          <a:bodyPr/>
          <a:lstStyle/>
          <a:p>
            <a:pPr lvl="0">
              <a:buFont typeface="Courier New" pitchFamily="49"/>
              <a:buChar char="_"/>
            </a:pPr>
            <a:r>
              <a:rPr lang="nl-NL" dirty="0" err="1">
                <a:solidFill>
                  <a:srgbClr val="00FF00"/>
                </a:solidFill>
                <a:latin typeface="Courier New" pitchFamily="49"/>
                <a:cs typeface="Courier New" pitchFamily="49"/>
              </a:rPr>
              <a:t>Send</a:t>
            </a:r>
            <a:r>
              <a:rPr lang="nl-NL" dirty="0">
                <a:solidFill>
                  <a:srgbClr val="00FF00"/>
                </a:solidFill>
                <a:latin typeface="Courier New" pitchFamily="49"/>
                <a:cs typeface="Courier New" pitchFamily="49"/>
              </a:rPr>
              <a:t> a response </a:t>
            </a:r>
            <a:r>
              <a:rPr lang="nl-NL" dirty="0" err="1">
                <a:solidFill>
                  <a:srgbClr val="00FF00"/>
                </a:solidFill>
                <a:latin typeface="Courier New" pitchFamily="49"/>
                <a:cs typeface="Courier New" pitchFamily="49"/>
              </a:rPr>
              <a:t>only</a:t>
            </a:r>
            <a:r>
              <a:rPr lang="nl-NL" dirty="0">
                <a:solidFill>
                  <a:srgbClr val="00FF00"/>
                </a:solidFill>
                <a:latin typeface="Courier New" pitchFamily="49"/>
                <a:cs typeface="Courier New" pitchFamily="49"/>
              </a:rPr>
              <a:t> </a:t>
            </a:r>
            <a:r>
              <a:rPr lang="nl-NL" dirty="0" err="1">
                <a:solidFill>
                  <a:srgbClr val="00FF00"/>
                </a:solidFill>
                <a:latin typeface="Courier New" pitchFamily="49"/>
                <a:cs typeface="Courier New" pitchFamily="49"/>
              </a:rPr>
              <a:t>when</a:t>
            </a:r>
            <a:r>
              <a:rPr lang="nl-NL" dirty="0">
                <a:solidFill>
                  <a:srgbClr val="00FF00"/>
                </a:solidFill>
                <a:latin typeface="Courier New" pitchFamily="49"/>
                <a:cs typeface="Courier New" pitchFamily="49"/>
              </a:rPr>
              <a:t> </a:t>
            </a:r>
            <a:r>
              <a:rPr lang="nl-NL" dirty="0" err="1">
                <a:solidFill>
                  <a:srgbClr val="00FF00"/>
                </a:solidFill>
                <a:latin typeface="Courier New" pitchFamily="49"/>
                <a:cs typeface="Courier New" pitchFamily="49"/>
              </a:rPr>
              <a:t>certain</a:t>
            </a:r>
            <a:r>
              <a:rPr lang="nl-NL" dirty="0">
                <a:solidFill>
                  <a:srgbClr val="00FF00"/>
                </a:solidFill>
                <a:latin typeface="Courier New" pitchFamily="49"/>
                <a:cs typeface="Courier New" pitchFamily="49"/>
              </a:rPr>
              <a:t> </a:t>
            </a:r>
            <a:r>
              <a:rPr lang="nl-NL" dirty="0" err="1">
                <a:solidFill>
                  <a:srgbClr val="00FF00"/>
                </a:solidFill>
                <a:latin typeface="Courier New" pitchFamily="49"/>
                <a:cs typeface="Courier New" pitchFamily="49"/>
              </a:rPr>
              <a:t>properties</a:t>
            </a:r>
            <a:r>
              <a:rPr lang="nl-NL" dirty="0">
                <a:solidFill>
                  <a:srgbClr val="00FF00"/>
                </a:solidFill>
                <a:latin typeface="Courier New" pitchFamily="49"/>
                <a:cs typeface="Courier New" pitchFamily="49"/>
              </a:rPr>
              <a:t> in </a:t>
            </a:r>
            <a:r>
              <a:rPr lang="nl-NL" dirty="0" err="1">
                <a:solidFill>
                  <a:srgbClr val="00FF00"/>
                </a:solidFill>
                <a:latin typeface="Courier New" pitchFamily="49"/>
                <a:cs typeface="Courier New" pitchFamily="49"/>
              </a:rPr>
              <a:t>the</a:t>
            </a:r>
            <a:r>
              <a:rPr lang="nl-NL" dirty="0">
                <a:solidFill>
                  <a:srgbClr val="00FF00"/>
                </a:solidFill>
                <a:latin typeface="Courier New" pitchFamily="49"/>
                <a:cs typeface="Courier New" pitchFamily="49"/>
              </a:rPr>
              <a:t> </a:t>
            </a:r>
            <a:r>
              <a:rPr lang="nl-NL" dirty="0" err="1">
                <a:solidFill>
                  <a:srgbClr val="00FF00"/>
                </a:solidFill>
                <a:latin typeface="Courier New" pitchFamily="49"/>
                <a:cs typeface="Courier New" pitchFamily="49"/>
              </a:rPr>
              <a:t>request</a:t>
            </a:r>
            <a:r>
              <a:rPr lang="nl-NL" dirty="0">
                <a:solidFill>
                  <a:srgbClr val="00FF00"/>
                </a:solidFill>
                <a:latin typeface="Courier New" pitchFamily="49"/>
                <a:cs typeface="Courier New" pitchFamily="49"/>
              </a:rPr>
              <a:t> are </a:t>
            </a:r>
            <a:r>
              <a:rPr lang="nl-NL" dirty="0" err="1">
                <a:solidFill>
                  <a:srgbClr val="00FF00"/>
                </a:solidFill>
                <a:latin typeface="Courier New" pitchFamily="49"/>
                <a:cs typeface="Courier New" pitchFamily="49"/>
              </a:rPr>
              <a:t>matched</a:t>
            </a:r>
            <a:endParaRPr lang="nl-NL" dirty="0">
              <a:solidFill>
                <a:srgbClr val="00FF00"/>
              </a:solidFill>
              <a:latin typeface="Courier New" pitchFamily="49"/>
              <a:cs typeface="Courier New" pitchFamily="49"/>
            </a:endParaRPr>
          </a:p>
          <a:p>
            <a:pPr lvl="0">
              <a:buFont typeface="Courier New" pitchFamily="49"/>
              <a:buChar char="_"/>
            </a:pPr>
            <a:endParaRPr lang="nl-NL" dirty="0">
              <a:solidFill>
                <a:srgbClr val="00FF00"/>
              </a:solidFill>
              <a:latin typeface="Courier New" pitchFamily="49"/>
              <a:cs typeface="Courier New" pitchFamily="49"/>
            </a:endParaRPr>
          </a:p>
          <a:p>
            <a:pPr lvl="0">
              <a:buFont typeface="Courier New" pitchFamily="49"/>
              <a:buChar char="_"/>
            </a:pPr>
            <a:r>
              <a:rPr lang="nl-NL" dirty="0">
                <a:solidFill>
                  <a:srgbClr val="00FF00"/>
                </a:solidFill>
                <a:latin typeface="Courier New" pitchFamily="49"/>
                <a:cs typeface="Courier New" pitchFamily="49"/>
              </a:rPr>
              <a:t>Options </a:t>
            </a:r>
            <a:r>
              <a:rPr lang="nl-NL" dirty="0" err="1">
                <a:solidFill>
                  <a:srgbClr val="00FF00"/>
                </a:solidFill>
                <a:latin typeface="Courier New" pitchFamily="49"/>
                <a:cs typeface="Courier New" pitchFamily="49"/>
              </a:rPr>
              <a:t>for</a:t>
            </a:r>
            <a:r>
              <a:rPr lang="nl-NL" dirty="0">
                <a:solidFill>
                  <a:srgbClr val="00FF00"/>
                </a:solidFill>
                <a:latin typeface="Courier New" pitchFamily="49"/>
                <a:cs typeface="Courier New" pitchFamily="49"/>
              </a:rPr>
              <a:t> </a:t>
            </a:r>
            <a:r>
              <a:rPr lang="nl-NL" dirty="0" err="1">
                <a:solidFill>
                  <a:srgbClr val="00FF00"/>
                </a:solidFill>
                <a:latin typeface="Courier New" pitchFamily="49"/>
                <a:cs typeface="Courier New" pitchFamily="49"/>
              </a:rPr>
              <a:t>request</a:t>
            </a:r>
            <a:r>
              <a:rPr lang="nl-NL" dirty="0">
                <a:solidFill>
                  <a:srgbClr val="00FF00"/>
                </a:solidFill>
                <a:latin typeface="Courier New" pitchFamily="49"/>
                <a:cs typeface="Courier New" pitchFamily="49"/>
              </a:rPr>
              <a:t> matching:</a:t>
            </a:r>
          </a:p>
          <a:p>
            <a:pPr lvl="1">
              <a:buFont typeface="Courier New" pitchFamily="49"/>
              <a:buChar char="_"/>
            </a:pPr>
            <a:r>
              <a:rPr lang="nl-NL" dirty="0">
                <a:solidFill>
                  <a:srgbClr val="00FF00"/>
                </a:solidFill>
                <a:latin typeface="Courier New" pitchFamily="49"/>
                <a:cs typeface="Courier New" pitchFamily="49"/>
              </a:rPr>
              <a:t>URL</a:t>
            </a:r>
          </a:p>
          <a:p>
            <a:pPr lvl="1">
              <a:buFont typeface="Courier New" pitchFamily="49"/>
              <a:buChar char="_"/>
            </a:pPr>
            <a:r>
              <a:rPr lang="nl-NL" dirty="0">
                <a:solidFill>
                  <a:srgbClr val="00FF00"/>
                </a:solidFill>
                <a:latin typeface="Courier New" pitchFamily="49"/>
                <a:cs typeface="Courier New" pitchFamily="49"/>
              </a:rPr>
              <a:t>HTTP </a:t>
            </a:r>
            <a:r>
              <a:rPr lang="nl-NL" dirty="0" err="1">
                <a:solidFill>
                  <a:srgbClr val="00FF00"/>
                </a:solidFill>
                <a:latin typeface="Courier New" pitchFamily="49"/>
                <a:cs typeface="Courier New" pitchFamily="49"/>
              </a:rPr>
              <a:t>method</a:t>
            </a:r>
            <a:endParaRPr lang="nl-NL" dirty="0">
              <a:solidFill>
                <a:srgbClr val="00FF00"/>
              </a:solidFill>
              <a:latin typeface="Courier New" pitchFamily="49"/>
              <a:cs typeface="Courier New" pitchFamily="49"/>
            </a:endParaRPr>
          </a:p>
          <a:p>
            <a:pPr lvl="1">
              <a:buFont typeface="Courier New" pitchFamily="49"/>
              <a:buChar char="_"/>
            </a:pPr>
            <a:r>
              <a:rPr lang="nl-NL" dirty="0">
                <a:solidFill>
                  <a:srgbClr val="00FF00"/>
                </a:solidFill>
                <a:latin typeface="Courier New" pitchFamily="49"/>
                <a:cs typeface="Courier New" pitchFamily="49"/>
              </a:rPr>
              <a:t>Query parameters</a:t>
            </a:r>
          </a:p>
          <a:p>
            <a:pPr lvl="1">
              <a:buFont typeface="Courier New" pitchFamily="49"/>
              <a:buChar char="_"/>
            </a:pPr>
            <a:r>
              <a:rPr lang="nl-NL" dirty="0">
                <a:solidFill>
                  <a:srgbClr val="00FF00"/>
                </a:solidFill>
                <a:latin typeface="Courier New" pitchFamily="49"/>
                <a:cs typeface="Courier New" pitchFamily="49"/>
              </a:rPr>
              <a:t>Headers</a:t>
            </a:r>
          </a:p>
          <a:p>
            <a:pPr lvl="1">
              <a:buFont typeface="Courier New" pitchFamily="49"/>
              <a:buChar char="_"/>
            </a:pPr>
            <a:r>
              <a:rPr lang="nl-NL" dirty="0" err="1">
                <a:solidFill>
                  <a:srgbClr val="00FF00"/>
                </a:solidFill>
                <a:latin typeface="Courier New" pitchFamily="49"/>
                <a:cs typeface="Courier New" pitchFamily="49"/>
              </a:rPr>
              <a:t>Request</a:t>
            </a:r>
            <a:r>
              <a:rPr lang="nl-NL" dirty="0">
                <a:solidFill>
                  <a:srgbClr val="00FF00"/>
                </a:solidFill>
                <a:latin typeface="Courier New" pitchFamily="49"/>
                <a:cs typeface="Courier New" pitchFamily="49"/>
              </a:rPr>
              <a:t> body </a:t>
            </a:r>
            <a:r>
              <a:rPr lang="nl-NL" dirty="0" err="1">
                <a:solidFill>
                  <a:srgbClr val="00FF00"/>
                </a:solidFill>
                <a:latin typeface="Courier New" pitchFamily="49"/>
                <a:cs typeface="Courier New" pitchFamily="49"/>
              </a:rPr>
              <a:t>elements</a:t>
            </a:r>
            <a:endParaRPr lang="nl-NL" dirty="0">
              <a:solidFill>
                <a:srgbClr val="00FF00"/>
              </a:solidFill>
              <a:latin typeface="Courier New" pitchFamily="49"/>
              <a:cs typeface="Courier New" pitchFamily="49"/>
            </a:endParaRPr>
          </a:p>
          <a:p>
            <a:pPr lvl="1">
              <a:buFont typeface="Courier New" pitchFamily="49"/>
              <a:buChar char="_"/>
            </a:pPr>
            <a:r>
              <a:rPr lang="nl-NL" dirty="0">
                <a:solidFill>
                  <a:srgbClr val="00FF00"/>
                </a:solidFill>
                <a:latin typeface="Courier New" pitchFamily="49"/>
                <a:cs typeface="Courier New" pitchFamily="49"/>
              </a:rPr>
              <a:t>…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Afbeelding 6">
            <a:extLst>
              <a:ext uri="{FF2B5EF4-FFF2-40B4-BE49-F238E27FC236}">
                <a16:creationId xmlns:a16="http://schemas.microsoft.com/office/drawing/2014/main" id="{0B4F557D-FB7C-5504-77C9-F3B1DEEE87B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8197" y="1627123"/>
            <a:ext cx="7735532" cy="2500652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C60AB88C-4D40-48F4-8943-8E8569F64C96}"/>
              </a:ext>
            </a:extLst>
          </p:cNvPr>
          <p:cNvSpPr txBox="1">
            <a:spLocks noGrp="1"/>
          </p:cNvSpPr>
          <p:nvPr>
            <p:ph type="title"/>
          </p:nvPr>
        </p:nvSpPr>
        <p:spPr/>
        <p:txBody>
          <a:bodyPr/>
          <a:lstStyle/>
          <a:p>
            <a:pPr lvl="0"/>
            <a:r>
              <a:rPr lang="nl-NL">
                <a:solidFill>
                  <a:srgbClr val="00FF00"/>
                </a:solidFill>
                <a:latin typeface="Courier New" pitchFamily="49"/>
                <a:cs typeface="Courier New" pitchFamily="49"/>
              </a:rPr>
              <a:t>Example: URL matching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0FF64D1-1142-4E95-BDE9-23373FD45F06}"/>
              </a:ext>
            </a:extLst>
          </p:cNvPr>
          <p:cNvSpPr txBox="1">
            <a:spLocks noGrp="1"/>
          </p:cNvSpPr>
          <p:nvPr>
            <p:ph idx="1"/>
          </p:nvPr>
        </p:nvSpPr>
        <p:spPr>
          <a:xfrm>
            <a:off x="838203" y="1825627"/>
            <a:ext cx="11143893" cy="4351336"/>
          </a:xfrm>
        </p:spPr>
        <p:txBody>
          <a:bodyPr/>
          <a:lstStyle/>
          <a:p>
            <a:pPr lvl="0">
              <a:buFont typeface="Courier New" pitchFamily="49"/>
              <a:buChar char="_"/>
            </a:pPr>
            <a:endParaRPr lang="nl-NL" dirty="0">
              <a:solidFill>
                <a:srgbClr val="00FF00"/>
              </a:solidFill>
              <a:latin typeface="Courier New" pitchFamily="49"/>
              <a:cs typeface="Courier New" pitchFamily="49"/>
            </a:endParaRPr>
          </a:p>
          <a:p>
            <a:pPr lvl="0">
              <a:buFont typeface="Courier New" pitchFamily="49"/>
              <a:buChar char="_"/>
            </a:pPr>
            <a:endParaRPr lang="nl-NL" dirty="0">
              <a:solidFill>
                <a:srgbClr val="00FF00"/>
              </a:solidFill>
              <a:latin typeface="Courier New" pitchFamily="49"/>
              <a:cs typeface="Courier New" pitchFamily="49"/>
            </a:endParaRPr>
          </a:p>
          <a:p>
            <a:pPr lvl="0">
              <a:buFont typeface="Courier New" pitchFamily="49"/>
              <a:buChar char="_"/>
            </a:pPr>
            <a:endParaRPr lang="nl-NL" dirty="0">
              <a:solidFill>
                <a:srgbClr val="00FF00"/>
              </a:solidFill>
              <a:latin typeface="Courier New" pitchFamily="49"/>
              <a:cs typeface="Courier New" pitchFamily="49"/>
            </a:endParaRPr>
          </a:p>
          <a:p>
            <a:pPr lvl="0">
              <a:buFont typeface="Courier New" pitchFamily="49"/>
              <a:buChar char="_"/>
            </a:pPr>
            <a:endParaRPr lang="nl-NL" dirty="0">
              <a:solidFill>
                <a:srgbClr val="00FF00"/>
              </a:solidFill>
              <a:latin typeface="Courier New" pitchFamily="49"/>
              <a:cs typeface="Courier New" pitchFamily="49"/>
            </a:endParaRPr>
          </a:p>
          <a:p>
            <a:pPr lvl="0">
              <a:buFont typeface="Courier New" pitchFamily="49"/>
              <a:buChar char="_"/>
            </a:pPr>
            <a:endParaRPr lang="nl-NL" dirty="0">
              <a:solidFill>
                <a:srgbClr val="00FF00"/>
              </a:solidFill>
              <a:latin typeface="Courier New" pitchFamily="49"/>
              <a:cs typeface="Courier New" pitchFamily="49"/>
            </a:endParaRPr>
          </a:p>
          <a:p>
            <a:pPr lvl="0">
              <a:buFont typeface="Courier New" pitchFamily="49"/>
              <a:buChar char="_"/>
            </a:pPr>
            <a:r>
              <a:rPr lang="nl-NL" dirty="0" err="1">
                <a:solidFill>
                  <a:srgbClr val="00FF00"/>
                </a:solidFill>
                <a:latin typeface="Courier New" pitchFamily="49"/>
                <a:cs typeface="Courier New" pitchFamily="49"/>
              </a:rPr>
              <a:t>Other</a:t>
            </a:r>
            <a:r>
              <a:rPr lang="nl-NL" dirty="0">
                <a:solidFill>
                  <a:srgbClr val="00FF00"/>
                </a:solidFill>
                <a:latin typeface="Courier New" pitchFamily="49"/>
                <a:cs typeface="Courier New" pitchFamily="49"/>
              </a:rPr>
              <a:t> URL options:</a:t>
            </a:r>
          </a:p>
          <a:p>
            <a:pPr lvl="1">
              <a:buFont typeface="Courier New" pitchFamily="49"/>
              <a:buChar char="_"/>
            </a:pPr>
            <a:r>
              <a:rPr lang="nl-NL" err="1">
                <a:solidFill>
                  <a:srgbClr val="00FF00"/>
                </a:solidFill>
                <a:latin typeface="Courier New" pitchFamily="49"/>
                <a:cs typeface="Courier New" pitchFamily="49"/>
              </a:rPr>
              <a:t>urlPathEqualTo</a:t>
            </a:r>
            <a:r>
              <a:rPr lang="nl-NL">
                <a:solidFill>
                  <a:srgbClr val="00FF00"/>
                </a:solidFill>
                <a:latin typeface="Courier New" pitchFamily="49"/>
                <a:cs typeface="Courier New" pitchFamily="49"/>
              </a:rPr>
              <a:t> (matches only path, no query parameters)</a:t>
            </a:r>
            <a:endParaRPr lang="nl-NL" dirty="0">
              <a:solidFill>
                <a:srgbClr val="00FF00"/>
              </a:solidFill>
              <a:latin typeface="Courier New" pitchFamily="49"/>
              <a:cs typeface="Courier New" pitchFamily="49"/>
            </a:endParaRPr>
          </a:p>
          <a:p>
            <a:pPr lvl="1">
              <a:buFont typeface="Courier New" pitchFamily="49"/>
              <a:buChar char="_"/>
            </a:pPr>
            <a:r>
              <a:rPr lang="nl-NL" dirty="0" err="1">
                <a:solidFill>
                  <a:srgbClr val="00FF00"/>
                </a:solidFill>
                <a:latin typeface="Courier New" pitchFamily="49"/>
                <a:cs typeface="Courier New" pitchFamily="49"/>
              </a:rPr>
              <a:t>urlMatching</a:t>
            </a:r>
            <a:r>
              <a:rPr lang="nl-NL" dirty="0">
                <a:solidFill>
                  <a:srgbClr val="00FF00"/>
                </a:solidFill>
                <a:latin typeface="Courier New" pitchFamily="49"/>
                <a:cs typeface="Courier New" pitchFamily="49"/>
              </a:rPr>
              <a:t> (</a:t>
            </a:r>
            <a:r>
              <a:rPr lang="nl-NL" dirty="0" err="1">
                <a:solidFill>
                  <a:srgbClr val="00FF00"/>
                </a:solidFill>
                <a:latin typeface="Courier New" pitchFamily="49"/>
                <a:cs typeface="Courier New" pitchFamily="49"/>
              </a:rPr>
              <a:t>using</a:t>
            </a:r>
            <a:r>
              <a:rPr lang="nl-NL" dirty="0">
                <a:solidFill>
                  <a:srgbClr val="00FF00"/>
                </a:solidFill>
                <a:latin typeface="Courier New" pitchFamily="49"/>
                <a:cs typeface="Courier New" pitchFamily="49"/>
              </a:rPr>
              <a:t> </a:t>
            </a:r>
            <a:r>
              <a:rPr lang="nl-NL" dirty="0" err="1">
                <a:solidFill>
                  <a:srgbClr val="00FF00"/>
                </a:solidFill>
                <a:latin typeface="Courier New" pitchFamily="49"/>
                <a:cs typeface="Courier New" pitchFamily="49"/>
              </a:rPr>
              <a:t>regular</a:t>
            </a:r>
            <a:r>
              <a:rPr lang="nl-NL" dirty="0">
                <a:solidFill>
                  <a:srgbClr val="00FF00"/>
                </a:solidFill>
                <a:latin typeface="Courier New" pitchFamily="49"/>
                <a:cs typeface="Courier New" pitchFamily="49"/>
              </a:rPr>
              <a:t> </a:t>
            </a:r>
            <a:r>
              <a:rPr lang="nl-NL" dirty="0" err="1">
                <a:solidFill>
                  <a:srgbClr val="00FF00"/>
                </a:solidFill>
                <a:latin typeface="Courier New" pitchFamily="49"/>
                <a:cs typeface="Courier New" pitchFamily="49"/>
              </a:rPr>
              <a:t>expressions</a:t>
            </a:r>
            <a:r>
              <a:rPr lang="nl-NL" dirty="0">
                <a:solidFill>
                  <a:srgbClr val="00FF00"/>
                </a:solidFill>
                <a:latin typeface="Courier New" pitchFamily="49"/>
                <a:cs typeface="Courier New" pitchFamily="49"/>
              </a:rPr>
              <a:t>)</a:t>
            </a:r>
          </a:p>
          <a:p>
            <a:pPr lvl="1">
              <a:buFont typeface="Courier New" pitchFamily="49"/>
              <a:buChar char="_"/>
            </a:pPr>
            <a:r>
              <a:rPr lang="nl-NL" dirty="0" err="1">
                <a:solidFill>
                  <a:srgbClr val="00FF00"/>
                </a:solidFill>
                <a:latin typeface="Courier New" pitchFamily="49"/>
                <a:cs typeface="Courier New" pitchFamily="49"/>
              </a:rPr>
              <a:t>urlPathMatching</a:t>
            </a:r>
            <a:r>
              <a:rPr lang="nl-NL" dirty="0">
                <a:solidFill>
                  <a:srgbClr val="00FF00"/>
                </a:solidFill>
                <a:latin typeface="Courier New" pitchFamily="49"/>
                <a:cs typeface="Courier New" pitchFamily="49"/>
              </a:rPr>
              <a:t> (</a:t>
            </a:r>
            <a:r>
              <a:rPr lang="nl-NL" dirty="0" err="1">
                <a:solidFill>
                  <a:srgbClr val="00FF00"/>
                </a:solidFill>
                <a:latin typeface="Courier New" pitchFamily="49"/>
                <a:cs typeface="Courier New" pitchFamily="49"/>
              </a:rPr>
              <a:t>using</a:t>
            </a:r>
            <a:r>
              <a:rPr lang="nl-NL" dirty="0">
                <a:solidFill>
                  <a:srgbClr val="00FF00"/>
                </a:solidFill>
                <a:latin typeface="Courier New" pitchFamily="49"/>
                <a:cs typeface="Courier New" pitchFamily="49"/>
              </a:rPr>
              <a:t> </a:t>
            </a:r>
            <a:r>
              <a:rPr lang="nl-NL" dirty="0" err="1">
                <a:solidFill>
                  <a:srgbClr val="00FF00"/>
                </a:solidFill>
                <a:latin typeface="Courier New" pitchFamily="49"/>
                <a:cs typeface="Courier New" pitchFamily="49"/>
              </a:rPr>
              <a:t>regular</a:t>
            </a:r>
            <a:r>
              <a:rPr lang="nl-NL" dirty="0">
                <a:solidFill>
                  <a:srgbClr val="00FF00"/>
                </a:solidFill>
                <a:latin typeface="Courier New" pitchFamily="49"/>
                <a:cs typeface="Courier New" pitchFamily="49"/>
              </a:rPr>
              <a:t> </a:t>
            </a:r>
            <a:r>
              <a:rPr lang="nl-NL" dirty="0" err="1">
                <a:solidFill>
                  <a:srgbClr val="00FF00"/>
                </a:solidFill>
                <a:latin typeface="Courier New" pitchFamily="49"/>
                <a:cs typeface="Courier New" pitchFamily="49"/>
              </a:rPr>
              <a:t>expressions</a:t>
            </a:r>
            <a:r>
              <a:rPr lang="nl-NL" dirty="0">
                <a:solidFill>
                  <a:srgbClr val="00FF00"/>
                </a:solidFill>
                <a:latin typeface="Courier New" pitchFamily="49"/>
                <a:cs typeface="Courier New" pitchFamily="49"/>
              </a:rPr>
              <a:t>)</a:t>
            </a:r>
          </a:p>
        </p:txBody>
      </p:sp>
      <p:sp>
        <p:nvSpPr>
          <p:cNvPr id="5" name="Oval 4">
            <a:extLst>
              <a:ext uri="{FF2B5EF4-FFF2-40B4-BE49-F238E27FC236}">
                <a16:creationId xmlns:a16="http://schemas.microsoft.com/office/drawing/2014/main" id="{E7950A95-FC7E-4882-9F66-9A0668BD0E71}"/>
              </a:ext>
            </a:extLst>
          </p:cNvPr>
          <p:cNvSpPr/>
          <p:nvPr/>
        </p:nvSpPr>
        <p:spPr>
          <a:xfrm flipV="1">
            <a:off x="3170593" y="2277588"/>
            <a:ext cx="2020840" cy="436748"/>
          </a:xfrm>
          <a:prstGeom prst="ellipse">
            <a:avLst/>
          </a:prstGeom>
          <a:noFill/>
          <a:ln w="38100">
            <a:solidFill>
              <a:srgbClr val="00FF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nl-NL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  <p:bldP spid="5" grpId="0" animBg="1"/>
    </p:bldLst>
  </p:timing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Afbeelding 10">
            <a:extLst>
              <a:ext uri="{FF2B5EF4-FFF2-40B4-BE49-F238E27FC236}">
                <a16:creationId xmlns:a16="http://schemas.microsoft.com/office/drawing/2014/main" id="{3ACDF06E-6B34-012D-AEEA-397A0639795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8202" y="1433808"/>
            <a:ext cx="10644735" cy="2890542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5BB1D095-CCA6-4058-955D-1DADDCCFA1A1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838202" y="365129"/>
            <a:ext cx="10894885" cy="1325559"/>
          </a:xfrm>
        </p:spPr>
        <p:txBody>
          <a:bodyPr/>
          <a:lstStyle/>
          <a:p>
            <a:pPr lvl="0"/>
            <a:r>
              <a:rPr lang="nl-NL">
                <a:solidFill>
                  <a:srgbClr val="00FF00"/>
                </a:solidFill>
                <a:latin typeface="Courier New" pitchFamily="49"/>
                <a:cs typeface="Courier New" pitchFamily="49"/>
              </a:rPr>
              <a:t>Example: header matching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30578F9-B7DC-4AF6-B95A-34D89D1CCAA1}"/>
              </a:ext>
            </a:extLst>
          </p:cNvPr>
          <p:cNvSpPr txBox="1">
            <a:spLocks noGrp="1"/>
          </p:cNvSpPr>
          <p:nvPr>
            <p:ph idx="1"/>
          </p:nvPr>
        </p:nvSpPr>
        <p:spPr>
          <a:xfrm>
            <a:off x="838203" y="1825627"/>
            <a:ext cx="11143893" cy="4351336"/>
          </a:xfrm>
        </p:spPr>
        <p:txBody>
          <a:bodyPr/>
          <a:lstStyle/>
          <a:p>
            <a:pPr lvl="0">
              <a:buFont typeface="Courier New" pitchFamily="49"/>
              <a:buChar char="_"/>
            </a:pPr>
            <a:endParaRPr lang="nl-NL" dirty="0">
              <a:solidFill>
                <a:srgbClr val="00FF00"/>
              </a:solidFill>
              <a:latin typeface="Courier New" pitchFamily="49"/>
              <a:cs typeface="Courier New" pitchFamily="49"/>
            </a:endParaRPr>
          </a:p>
          <a:p>
            <a:pPr lvl="0">
              <a:buFont typeface="Courier New" pitchFamily="49"/>
              <a:buChar char="_"/>
            </a:pPr>
            <a:endParaRPr lang="nl-NL">
              <a:solidFill>
                <a:srgbClr val="00FF00"/>
              </a:solidFill>
              <a:latin typeface="Courier New" pitchFamily="49"/>
              <a:cs typeface="Courier New" pitchFamily="49"/>
            </a:endParaRPr>
          </a:p>
          <a:p>
            <a:pPr lvl="0">
              <a:buFont typeface="Courier New" pitchFamily="49"/>
              <a:buChar char="_"/>
            </a:pPr>
            <a:endParaRPr lang="nl-NL" dirty="0">
              <a:solidFill>
                <a:srgbClr val="00FF00"/>
              </a:solidFill>
              <a:latin typeface="Courier New" pitchFamily="49"/>
              <a:cs typeface="Courier New" pitchFamily="49"/>
            </a:endParaRPr>
          </a:p>
          <a:p>
            <a:pPr lvl="0">
              <a:buFont typeface="Courier New" pitchFamily="49"/>
              <a:buChar char="_"/>
            </a:pPr>
            <a:endParaRPr lang="nl-NL" dirty="0">
              <a:solidFill>
                <a:srgbClr val="00FF00"/>
              </a:solidFill>
              <a:latin typeface="Courier New" pitchFamily="49"/>
              <a:cs typeface="Courier New" pitchFamily="49"/>
            </a:endParaRPr>
          </a:p>
          <a:p>
            <a:pPr lvl="0">
              <a:buFont typeface="Courier New" pitchFamily="49"/>
              <a:buChar char="_"/>
            </a:pPr>
            <a:endParaRPr lang="nl-NL" dirty="0">
              <a:solidFill>
                <a:srgbClr val="00FF00"/>
              </a:solidFill>
              <a:latin typeface="Courier New" pitchFamily="49"/>
              <a:cs typeface="Courier New" pitchFamily="49"/>
            </a:endParaRPr>
          </a:p>
          <a:p>
            <a:pPr lvl="0">
              <a:buFont typeface="Courier New" pitchFamily="49"/>
              <a:buChar char="_"/>
            </a:pPr>
            <a:r>
              <a:rPr lang="nl-NL" dirty="0">
                <a:solidFill>
                  <a:srgbClr val="00FF00"/>
                </a:solidFill>
                <a:latin typeface="Courier New" pitchFamily="49"/>
                <a:cs typeface="Courier New" pitchFamily="49"/>
              </a:rPr>
              <a:t>absent(): check </a:t>
            </a:r>
            <a:r>
              <a:rPr lang="nl-NL" err="1">
                <a:solidFill>
                  <a:srgbClr val="00FF00"/>
                </a:solidFill>
                <a:latin typeface="Courier New" pitchFamily="49"/>
                <a:cs typeface="Courier New" pitchFamily="49"/>
              </a:rPr>
              <a:t>that</a:t>
            </a:r>
            <a:r>
              <a:rPr lang="nl-NL">
                <a:solidFill>
                  <a:srgbClr val="00FF00"/>
                </a:solidFill>
                <a:latin typeface="Courier New" pitchFamily="49"/>
                <a:cs typeface="Courier New" pitchFamily="49"/>
              </a:rPr>
              <a:t> header </a:t>
            </a:r>
            <a:r>
              <a:rPr lang="nl-NL" dirty="0">
                <a:solidFill>
                  <a:srgbClr val="00FF00"/>
                </a:solidFill>
                <a:latin typeface="Courier New" pitchFamily="49"/>
                <a:cs typeface="Courier New" pitchFamily="49"/>
              </a:rPr>
              <a:t>is </a:t>
            </a:r>
            <a:r>
              <a:rPr lang="nl-NL" b="1" u="sng" dirty="0" err="1">
                <a:solidFill>
                  <a:srgbClr val="00FF00"/>
                </a:solidFill>
                <a:latin typeface="Courier New" pitchFamily="49"/>
                <a:cs typeface="Courier New" pitchFamily="49"/>
              </a:rPr>
              <a:t>not</a:t>
            </a:r>
            <a:r>
              <a:rPr lang="nl-NL" dirty="0">
                <a:solidFill>
                  <a:srgbClr val="00FF00"/>
                </a:solidFill>
                <a:latin typeface="Courier New" pitchFamily="49"/>
                <a:cs typeface="Courier New" pitchFamily="49"/>
              </a:rPr>
              <a:t> in </a:t>
            </a:r>
            <a:r>
              <a:rPr lang="nl-NL" dirty="0" err="1">
                <a:solidFill>
                  <a:srgbClr val="00FF00"/>
                </a:solidFill>
                <a:latin typeface="Courier New" pitchFamily="49"/>
                <a:cs typeface="Courier New" pitchFamily="49"/>
              </a:rPr>
              <a:t>request</a:t>
            </a:r>
            <a:endParaRPr lang="nl-NL" dirty="0">
              <a:solidFill>
                <a:srgbClr val="00FF00"/>
              </a:solidFill>
              <a:latin typeface="Courier New" pitchFamily="49"/>
              <a:cs typeface="Courier New" pitchFamily="49"/>
            </a:endParaRPr>
          </a:p>
        </p:txBody>
      </p:sp>
      <p:sp>
        <p:nvSpPr>
          <p:cNvPr id="5" name="Oval 4">
            <a:extLst>
              <a:ext uri="{FF2B5EF4-FFF2-40B4-BE49-F238E27FC236}">
                <a16:creationId xmlns:a16="http://schemas.microsoft.com/office/drawing/2014/main" id="{3A5711D9-33CD-4991-9F44-0B23B5836FCA}"/>
              </a:ext>
            </a:extLst>
          </p:cNvPr>
          <p:cNvSpPr/>
          <p:nvPr/>
        </p:nvSpPr>
        <p:spPr>
          <a:xfrm flipV="1">
            <a:off x="1946577" y="2403401"/>
            <a:ext cx="1884827" cy="282193"/>
          </a:xfrm>
          <a:prstGeom prst="ellipse">
            <a:avLst/>
          </a:prstGeom>
          <a:noFill/>
          <a:ln w="38100">
            <a:solidFill>
              <a:srgbClr val="00FF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nl-NL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6" name="Oval 4">
            <a:extLst>
              <a:ext uri="{FF2B5EF4-FFF2-40B4-BE49-F238E27FC236}">
                <a16:creationId xmlns:a16="http://schemas.microsoft.com/office/drawing/2014/main" id="{8CB79AE0-1095-44C2-B8C1-E7561C9D1488}"/>
              </a:ext>
            </a:extLst>
          </p:cNvPr>
          <p:cNvSpPr/>
          <p:nvPr/>
        </p:nvSpPr>
        <p:spPr>
          <a:xfrm flipV="1">
            <a:off x="5998065" y="2722667"/>
            <a:ext cx="1410071" cy="312823"/>
          </a:xfrm>
          <a:prstGeom prst="ellipse">
            <a:avLst/>
          </a:prstGeom>
          <a:noFill/>
          <a:ln w="38100">
            <a:solidFill>
              <a:srgbClr val="00FF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nl-NL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7" name="Oval 4">
            <a:extLst>
              <a:ext uri="{FF2B5EF4-FFF2-40B4-BE49-F238E27FC236}">
                <a16:creationId xmlns:a16="http://schemas.microsoft.com/office/drawing/2014/main" id="{C83BCDEB-E5A3-4F0C-ACAF-200BD929D88E}"/>
              </a:ext>
            </a:extLst>
          </p:cNvPr>
          <p:cNvSpPr/>
          <p:nvPr/>
        </p:nvSpPr>
        <p:spPr>
          <a:xfrm flipV="1">
            <a:off x="6096000" y="2388085"/>
            <a:ext cx="1884827" cy="312823"/>
          </a:xfrm>
          <a:prstGeom prst="ellipse">
            <a:avLst/>
          </a:prstGeom>
          <a:noFill/>
          <a:ln w="38100">
            <a:solidFill>
              <a:srgbClr val="00FF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nl-NL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  <p:bldP spid="5" grpId="0" animBg="1"/>
      <p:bldP spid="6" grpId="0" animBg="1"/>
      <p:bldP spid="7" grpId="0" animBg="1"/>
    </p:bldLst>
  </p:timing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BB1D095-CCA6-4058-955D-1DADDCCFA1A1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838202" y="365129"/>
            <a:ext cx="10894885" cy="1325559"/>
          </a:xfrm>
        </p:spPr>
        <p:txBody>
          <a:bodyPr>
            <a:normAutofit/>
          </a:bodyPr>
          <a:lstStyle/>
          <a:p>
            <a:pPr lvl="0"/>
            <a:r>
              <a:rPr lang="nl-NL" sz="4000">
                <a:solidFill>
                  <a:srgbClr val="00FF00"/>
                </a:solidFill>
                <a:latin typeface="Courier New" pitchFamily="49"/>
                <a:cs typeface="Courier New" pitchFamily="49"/>
              </a:rPr>
              <a:t>Example: using logical AND and OR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30578F9-B7DC-4AF6-B95A-34D89D1CCAA1}"/>
              </a:ext>
            </a:extLst>
          </p:cNvPr>
          <p:cNvSpPr txBox="1">
            <a:spLocks noGrp="1"/>
          </p:cNvSpPr>
          <p:nvPr>
            <p:ph idx="1"/>
          </p:nvPr>
        </p:nvSpPr>
        <p:spPr>
          <a:xfrm>
            <a:off x="838202" y="2214879"/>
            <a:ext cx="11231878" cy="4439921"/>
          </a:xfrm>
        </p:spPr>
        <p:txBody>
          <a:bodyPr>
            <a:normAutofit/>
          </a:bodyPr>
          <a:lstStyle/>
          <a:p>
            <a:pPr lvl="0">
              <a:buFont typeface="Courier New" pitchFamily="49"/>
              <a:buChar char="_"/>
            </a:pPr>
            <a:endParaRPr lang="nl-NL" sz="2400">
              <a:solidFill>
                <a:srgbClr val="00FF00"/>
              </a:solidFill>
              <a:latin typeface="Courier New" pitchFamily="49"/>
              <a:cs typeface="Courier New" pitchFamily="49"/>
            </a:endParaRPr>
          </a:p>
          <a:p>
            <a:pPr lvl="0">
              <a:buFont typeface="Courier New" pitchFamily="49"/>
              <a:buChar char="_"/>
            </a:pPr>
            <a:endParaRPr lang="nl-NL" sz="2400">
              <a:solidFill>
                <a:srgbClr val="00FF00"/>
              </a:solidFill>
              <a:latin typeface="Courier New" pitchFamily="49"/>
              <a:cs typeface="Courier New" pitchFamily="49"/>
            </a:endParaRPr>
          </a:p>
          <a:p>
            <a:pPr lvl="0">
              <a:buFont typeface="Courier New" pitchFamily="49"/>
              <a:buChar char="_"/>
            </a:pPr>
            <a:endParaRPr lang="nl-NL" sz="2400">
              <a:solidFill>
                <a:srgbClr val="00FF00"/>
              </a:solidFill>
              <a:latin typeface="Courier New" pitchFamily="49"/>
              <a:cs typeface="Courier New" pitchFamily="49"/>
            </a:endParaRPr>
          </a:p>
          <a:p>
            <a:pPr lvl="0">
              <a:buFont typeface="Courier New" pitchFamily="49"/>
              <a:buChar char="_"/>
            </a:pPr>
            <a:endParaRPr lang="nl-NL" sz="2400">
              <a:solidFill>
                <a:srgbClr val="00FF00"/>
              </a:solidFill>
              <a:latin typeface="Courier New" pitchFamily="49"/>
              <a:cs typeface="Courier New" pitchFamily="49"/>
            </a:endParaRPr>
          </a:p>
          <a:p>
            <a:pPr lvl="0">
              <a:buFont typeface="Courier New" pitchFamily="49"/>
              <a:buChar char="_"/>
            </a:pPr>
            <a:endParaRPr lang="nl-NL" sz="2400">
              <a:solidFill>
                <a:srgbClr val="00FF00"/>
              </a:solidFill>
              <a:latin typeface="Courier New" pitchFamily="49"/>
              <a:cs typeface="Courier New" pitchFamily="49"/>
            </a:endParaRPr>
          </a:p>
          <a:p>
            <a:pPr lvl="0">
              <a:buFont typeface="Courier New" pitchFamily="49"/>
              <a:buChar char="_"/>
            </a:pPr>
            <a:r>
              <a:rPr lang="nl-NL" sz="2400">
                <a:solidFill>
                  <a:srgbClr val="00FF00"/>
                </a:solidFill>
                <a:latin typeface="Courier New" pitchFamily="49"/>
                <a:cs typeface="Courier New" pitchFamily="49"/>
              </a:rPr>
              <a:t>‘somevalue’ is matched</a:t>
            </a:r>
          </a:p>
          <a:p>
            <a:pPr lvl="0">
              <a:buFont typeface="Courier New" pitchFamily="49"/>
              <a:buChar char="_"/>
            </a:pPr>
            <a:r>
              <a:rPr lang="nl-NL" sz="2400">
                <a:solidFill>
                  <a:srgbClr val="00FF00"/>
                </a:solidFill>
                <a:latin typeface="Courier New" pitchFamily="49"/>
                <a:cs typeface="Courier New" pitchFamily="49"/>
              </a:rPr>
              <a:t>‘bananasomevaluebanana’ is matched</a:t>
            </a:r>
          </a:p>
          <a:p>
            <a:pPr lvl="0">
              <a:buFont typeface="Courier New" pitchFamily="49"/>
              <a:buChar char="_"/>
            </a:pPr>
            <a:r>
              <a:rPr lang="nl-NL" sz="2400">
                <a:solidFill>
                  <a:srgbClr val="00FF00"/>
                </a:solidFill>
                <a:latin typeface="Courier New" pitchFamily="49"/>
                <a:cs typeface="Courier New" pitchFamily="49"/>
              </a:rPr>
              <a:t>‘banana’ is not matched (does not contain ‘somevalue’)</a:t>
            </a:r>
          </a:p>
          <a:p>
            <a:pPr lvl="0">
              <a:buFont typeface="Courier New" pitchFamily="49"/>
              <a:buChar char="_"/>
            </a:pPr>
            <a:r>
              <a:rPr lang="nl-NL" sz="2400">
                <a:solidFill>
                  <a:srgbClr val="00FF00"/>
                </a:solidFill>
                <a:latin typeface="Courier New" pitchFamily="49"/>
                <a:cs typeface="Courier New" pitchFamily="49"/>
              </a:rPr>
              <a:t>‘123somevalue’ is not matched (contains numeric characters)</a:t>
            </a:r>
          </a:p>
        </p:txBody>
      </p:sp>
      <p:pic>
        <p:nvPicPr>
          <p:cNvPr id="10" name="Afbeelding 9">
            <a:extLst>
              <a:ext uri="{FF2B5EF4-FFF2-40B4-BE49-F238E27FC236}">
                <a16:creationId xmlns:a16="http://schemas.microsoft.com/office/drawing/2014/main" id="{A94E9C57-920A-472A-A2D9-0FF65EE7D3E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8202" y="1411922"/>
            <a:ext cx="9169398" cy="2990021"/>
          </a:xfrm>
          <a:prstGeom prst="rect">
            <a:avLst/>
          </a:prstGeom>
        </p:spPr>
      </p:pic>
      <p:sp>
        <p:nvSpPr>
          <p:cNvPr id="11" name="Oval 4">
            <a:extLst>
              <a:ext uri="{FF2B5EF4-FFF2-40B4-BE49-F238E27FC236}">
                <a16:creationId xmlns:a16="http://schemas.microsoft.com/office/drawing/2014/main" id="{67E3E033-AB79-4DB4-9DBD-65995600CF1E}"/>
              </a:ext>
            </a:extLst>
          </p:cNvPr>
          <p:cNvSpPr/>
          <p:nvPr/>
        </p:nvSpPr>
        <p:spPr>
          <a:xfrm flipV="1">
            <a:off x="5298293" y="2549520"/>
            <a:ext cx="1051707" cy="375921"/>
          </a:xfrm>
          <a:prstGeom prst="ellipse">
            <a:avLst/>
          </a:prstGeom>
          <a:noFill/>
          <a:ln w="38100">
            <a:solidFill>
              <a:srgbClr val="00FF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nl-NL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98109014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11" grpId="0" animBg="1"/>
    </p:bldLst>
  </p:timing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" name="Afbeelding 11">
            <a:extLst>
              <a:ext uri="{FF2B5EF4-FFF2-40B4-BE49-F238E27FC236}">
                <a16:creationId xmlns:a16="http://schemas.microsoft.com/office/drawing/2014/main" id="{03D3FA79-BA9E-4D6E-AEAA-07EC850063E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3425" y="997724"/>
            <a:ext cx="8778466" cy="3198356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5BB1D095-CCA6-4058-955D-1DADDCCFA1A1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838202" y="151769"/>
            <a:ext cx="10894885" cy="742311"/>
          </a:xfrm>
        </p:spPr>
        <p:txBody>
          <a:bodyPr>
            <a:normAutofit/>
          </a:bodyPr>
          <a:lstStyle/>
          <a:p>
            <a:pPr lvl="0"/>
            <a:r>
              <a:rPr lang="nl-NL" sz="4000">
                <a:solidFill>
                  <a:srgbClr val="00FF00"/>
                </a:solidFill>
                <a:latin typeface="Courier New" pitchFamily="49"/>
                <a:cs typeface="Courier New" pitchFamily="49"/>
              </a:rPr>
              <a:t>Some more examples…</a:t>
            </a:r>
          </a:p>
        </p:txBody>
      </p:sp>
      <p:pic>
        <p:nvPicPr>
          <p:cNvPr id="9" name="Afbeelding 8">
            <a:extLst>
              <a:ext uri="{FF2B5EF4-FFF2-40B4-BE49-F238E27FC236}">
                <a16:creationId xmlns:a16="http://schemas.microsoft.com/office/drawing/2014/main" id="{590F40BC-62DC-455C-8C4A-0E497C4C34B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328160" y="3787418"/>
            <a:ext cx="7404927" cy="2918813"/>
          </a:xfrm>
          <a:prstGeom prst="rect">
            <a:avLst/>
          </a:prstGeom>
          <a:ln>
            <a:solidFill>
              <a:srgbClr val="00FF00"/>
            </a:solidFill>
          </a:ln>
        </p:spPr>
      </p:pic>
      <p:sp>
        <p:nvSpPr>
          <p:cNvPr id="13" name="Tekstvak 12">
            <a:extLst>
              <a:ext uri="{FF2B5EF4-FFF2-40B4-BE49-F238E27FC236}">
                <a16:creationId xmlns:a16="http://schemas.microsoft.com/office/drawing/2014/main" id="{FD9AA1FE-0AB3-4D6A-90D1-41825F0501D2}"/>
              </a:ext>
            </a:extLst>
          </p:cNvPr>
          <p:cNvSpPr txBox="1"/>
          <p:nvPr/>
        </p:nvSpPr>
        <p:spPr>
          <a:xfrm>
            <a:off x="6285644" y="2069406"/>
            <a:ext cx="5545647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srgbClr val="00FF00"/>
                </a:solidFill>
                <a:effectLst/>
                <a:uLnTx/>
                <a:uFillTx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Same behaviour as the previous example, using a slightly different syntax</a:t>
            </a:r>
            <a:endParaRPr kumimoji="0" lang="en-NL" sz="1800" b="0" i="0" u="none" strike="noStrike" kern="1200" cap="none" spc="0" normalizeH="0" baseline="0" noProof="0">
              <a:ln>
                <a:noFill/>
              </a:ln>
              <a:solidFill>
                <a:srgbClr val="00FF00"/>
              </a:solidFill>
              <a:effectLst/>
              <a:uLnTx/>
              <a:uFillTx/>
              <a:latin typeface="Courier New" panose="02070309020205020404" pitchFamily="49" charset="0"/>
              <a:ea typeface="+mn-ea"/>
              <a:cs typeface="Courier New" panose="02070309020205020404" pitchFamily="49" charset="0"/>
            </a:endParaRPr>
          </a:p>
        </p:txBody>
      </p:sp>
      <p:sp>
        <p:nvSpPr>
          <p:cNvPr id="14" name="Oval 4">
            <a:extLst>
              <a:ext uri="{FF2B5EF4-FFF2-40B4-BE49-F238E27FC236}">
                <a16:creationId xmlns:a16="http://schemas.microsoft.com/office/drawing/2014/main" id="{91D561B5-A6AB-4C09-BB5A-1534790E7A7B}"/>
              </a:ext>
            </a:extLst>
          </p:cNvPr>
          <p:cNvSpPr/>
          <p:nvPr/>
        </p:nvSpPr>
        <p:spPr>
          <a:xfrm flipV="1">
            <a:off x="9877175" y="4913393"/>
            <a:ext cx="755384" cy="436748"/>
          </a:xfrm>
          <a:prstGeom prst="ellipse">
            <a:avLst/>
          </a:prstGeom>
          <a:noFill/>
          <a:ln w="38100">
            <a:solidFill>
              <a:srgbClr val="00FF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nl-NL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5" name="Oval 4">
            <a:extLst>
              <a:ext uri="{FF2B5EF4-FFF2-40B4-BE49-F238E27FC236}">
                <a16:creationId xmlns:a16="http://schemas.microsoft.com/office/drawing/2014/main" id="{723E231E-56D5-44AB-8862-2C1C80290C85}"/>
              </a:ext>
            </a:extLst>
          </p:cNvPr>
          <p:cNvSpPr/>
          <p:nvPr/>
        </p:nvSpPr>
        <p:spPr>
          <a:xfrm flipV="1">
            <a:off x="5186456" y="1779286"/>
            <a:ext cx="724076" cy="436748"/>
          </a:xfrm>
          <a:prstGeom prst="ellipse">
            <a:avLst/>
          </a:prstGeom>
          <a:noFill/>
          <a:ln w="38100">
            <a:solidFill>
              <a:srgbClr val="00FF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nl-NL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36022273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/>
      <p:bldP spid="14" grpId="0" animBg="1"/>
      <p:bldP spid="15" grpId="0" animBg="1"/>
    </p:bldLst>
  </p:timing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Afbeelding 4">
            <a:extLst>
              <a:ext uri="{FF2B5EF4-FFF2-40B4-BE49-F238E27FC236}">
                <a16:creationId xmlns:a16="http://schemas.microsoft.com/office/drawing/2014/main" id="{6C102542-7052-801D-2D7C-8462943B7F5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8201" y="1116643"/>
            <a:ext cx="10048873" cy="3166251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5BB1D095-CCA6-4058-955D-1DADDCCFA1A1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838202" y="151769"/>
            <a:ext cx="10982929" cy="742311"/>
          </a:xfrm>
        </p:spPr>
        <p:txBody>
          <a:bodyPr>
            <a:normAutofit/>
          </a:bodyPr>
          <a:lstStyle/>
          <a:p>
            <a:pPr lvl="0"/>
            <a:r>
              <a:rPr lang="nl-NL" sz="4000">
                <a:solidFill>
                  <a:srgbClr val="00FF00"/>
                </a:solidFill>
                <a:latin typeface="Courier New" pitchFamily="49"/>
                <a:cs typeface="Courier New" pitchFamily="49"/>
              </a:rPr>
              <a:t>Matching on request body elements</a:t>
            </a:r>
          </a:p>
        </p:txBody>
      </p:sp>
      <p:sp>
        <p:nvSpPr>
          <p:cNvPr id="13" name="Tekstvak 12">
            <a:extLst>
              <a:ext uri="{FF2B5EF4-FFF2-40B4-BE49-F238E27FC236}">
                <a16:creationId xmlns:a16="http://schemas.microsoft.com/office/drawing/2014/main" id="{FD9AA1FE-0AB3-4D6A-90D1-41825F0501D2}"/>
              </a:ext>
            </a:extLst>
          </p:cNvPr>
          <p:cNvSpPr txBox="1"/>
          <p:nvPr/>
        </p:nvSpPr>
        <p:spPr>
          <a:xfrm>
            <a:off x="1819275" y="3902711"/>
            <a:ext cx="9620249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srgbClr val="00FF00"/>
                </a:solidFill>
                <a:effectLst/>
                <a:uLnTx/>
                <a:uFillTx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Matching only those request bodies that have a root level element </a:t>
            </a:r>
            <a:r>
              <a:rPr kumimoji="0" lang="en-US" sz="1800" b="0" i="1" u="none" strike="noStrike" kern="1200" cap="none" spc="0" normalizeH="0" baseline="0" noProof="0">
                <a:ln>
                  <a:noFill/>
                </a:ln>
                <a:solidFill>
                  <a:srgbClr val="00FF00"/>
                </a:solidFill>
                <a:effectLst/>
                <a:uLnTx/>
                <a:uFillTx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fruits</a:t>
            </a:r>
            <a:r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srgbClr val="00FF00"/>
                </a:solidFill>
                <a:effectLst/>
                <a:uLnTx/>
                <a:uFillTx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 with a child element </a:t>
            </a:r>
            <a:r>
              <a:rPr kumimoji="0" lang="en-US" sz="1800" b="0" i="1" u="none" strike="noStrike" kern="1200" cap="none" spc="0" normalizeH="0" baseline="0" noProof="0">
                <a:ln>
                  <a:noFill/>
                </a:ln>
                <a:solidFill>
                  <a:srgbClr val="00FF00"/>
                </a:solidFill>
                <a:effectLst/>
                <a:uLnTx/>
                <a:uFillTx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banana</a:t>
            </a:r>
            <a:r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srgbClr val="00FF00"/>
                </a:solidFill>
                <a:effectLst/>
                <a:uLnTx/>
                <a:uFillTx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 with value </a:t>
            </a:r>
            <a:r>
              <a:rPr kumimoji="0" lang="en-US" sz="1800" b="0" i="1" u="none" strike="noStrike" kern="1200" cap="none" spc="0" normalizeH="0" baseline="0" noProof="0">
                <a:ln>
                  <a:noFill/>
                </a:ln>
                <a:solidFill>
                  <a:srgbClr val="00FF00"/>
                </a:solidFill>
                <a:effectLst/>
                <a:uLnTx/>
                <a:uFillTx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2</a:t>
            </a:r>
            <a:endParaRPr kumimoji="0" lang="en-NL" sz="1800" b="0" i="1" u="none" strike="noStrike" kern="1200" cap="none" spc="0" normalizeH="0" baseline="0" noProof="0">
              <a:ln>
                <a:noFill/>
              </a:ln>
              <a:solidFill>
                <a:srgbClr val="00FF00"/>
              </a:solidFill>
              <a:effectLst/>
              <a:uLnTx/>
              <a:uFillTx/>
              <a:latin typeface="Courier New" panose="02070309020205020404" pitchFamily="49" charset="0"/>
              <a:ea typeface="+mn-ea"/>
              <a:cs typeface="Courier New" panose="02070309020205020404" pitchFamily="49" charset="0"/>
            </a:endParaRPr>
          </a:p>
        </p:txBody>
      </p:sp>
      <p:sp>
        <p:nvSpPr>
          <p:cNvPr id="11" name="Oval 4">
            <a:extLst>
              <a:ext uri="{FF2B5EF4-FFF2-40B4-BE49-F238E27FC236}">
                <a16:creationId xmlns:a16="http://schemas.microsoft.com/office/drawing/2014/main" id="{392A85F6-3D5B-416E-A906-CB965E30F567}"/>
              </a:ext>
            </a:extLst>
          </p:cNvPr>
          <p:cNvSpPr/>
          <p:nvPr/>
        </p:nvSpPr>
        <p:spPr>
          <a:xfrm flipV="1">
            <a:off x="6353176" y="2285679"/>
            <a:ext cx="4781550" cy="486096"/>
          </a:xfrm>
          <a:prstGeom prst="ellipse">
            <a:avLst/>
          </a:prstGeom>
          <a:noFill/>
          <a:ln w="38100">
            <a:solidFill>
              <a:srgbClr val="00FF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nl-NL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7" name="Tekstvak 6">
            <a:extLst>
              <a:ext uri="{FF2B5EF4-FFF2-40B4-BE49-F238E27FC236}">
                <a16:creationId xmlns:a16="http://schemas.microsoft.com/office/drawing/2014/main" id="{025F7FBD-8179-3532-1222-A7A37BB9F492}"/>
              </a:ext>
            </a:extLst>
          </p:cNvPr>
          <p:cNvSpPr txBox="1"/>
          <p:nvPr/>
        </p:nvSpPr>
        <p:spPr>
          <a:xfrm>
            <a:off x="752476" y="5005204"/>
            <a:ext cx="11068655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>
                <a:ln>
                  <a:noFill/>
                </a:ln>
                <a:solidFill>
                  <a:srgbClr val="00FF00"/>
                </a:solidFill>
                <a:effectLst/>
                <a:uLnTx/>
                <a:uFillTx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{“fruits”: {“banana”: “2”, “apple”: “5”} } </a:t>
            </a:r>
            <a:r>
              <a:rPr kumimoji="0" lang="en-US" sz="2400" b="0" i="0" u="none" strike="noStrike" kern="1200" cap="none" spc="0" normalizeH="0" baseline="0" noProof="0">
                <a:ln>
                  <a:noFill/>
                </a:ln>
                <a:solidFill>
                  <a:srgbClr val="00FF00"/>
                </a:solidFill>
                <a:effectLst/>
                <a:uLnTx/>
                <a:uFillTx/>
                <a:latin typeface="Courier New" panose="02070309020205020404" pitchFamily="49" charset="0"/>
                <a:ea typeface="+mn-ea"/>
                <a:cs typeface="Courier New" panose="02070309020205020404" pitchFamily="49" charset="0"/>
                <a:sym typeface="Wingdings" panose="05000000000000000000" pitchFamily="2" charset="2"/>
              </a:rPr>
              <a:t> </a:t>
            </a:r>
            <a:r>
              <a:rPr kumimoji="0" lang="en-US" sz="2400" b="1" i="0" u="none" strike="noStrike" kern="1200" cap="none" spc="0" normalizeH="0" baseline="0" noProof="0">
                <a:ln>
                  <a:noFill/>
                </a:ln>
                <a:solidFill>
                  <a:srgbClr val="00FF00"/>
                </a:solidFill>
                <a:effectLst/>
                <a:uLnTx/>
                <a:uFillTx/>
                <a:latin typeface="Courier New" panose="02070309020205020404" pitchFamily="49" charset="0"/>
                <a:ea typeface="+mn-ea"/>
                <a:cs typeface="Courier New" panose="02070309020205020404" pitchFamily="49" charset="0"/>
                <a:sym typeface="Wingdings" panose="05000000000000000000" pitchFamily="2" charset="2"/>
              </a:rPr>
              <a:t>MATCH</a:t>
            </a:r>
            <a:endParaRPr kumimoji="0" lang="en-NL" sz="2400" b="1" i="0" u="none" strike="noStrike" kern="1200" cap="none" spc="0" normalizeH="0" baseline="0" noProof="0">
              <a:ln>
                <a:noFill/>
              </a:ln>
              <a:solidFill>
                <a:srgbClr val="00FF00"/>
              </a:solidFill>
              <a:effectLst/>
              <a:uLnTx/>
              <a:uFillTx/>
              <a:latin typeface="Courier New" panose="02070309020205020404" pitchFamily="49" charset="0"/>
              <a:ea typeface="+mn-ea"/>
              <a:cs typeface="Courier New" panose="02070309020205020404" pitchFamily="49" charset="0"/>
            </a:endParaRPr>
          </a:p>
        </p:txBody>
      </p:sp>
      <p:sp>
        <p:nvSpPr>
          <p:cNvPr id="8" name="Tekstvak 7">
            <a:extLst>
              <a:ext uri="{FF2B5EF4-FFF2-40B4-BE49-F238E27FC236}">
                <a16:creationId xmlns:a16="http://schemas.microsoft.com/office/drawing/2014/main" id="{B75A13CF-0B41-FE49-BA84-64DEDBA1D979}"/>
              </a:ext>
            </a:extLst>
          </p:cNvPr>
          <p:cNvSpPr txBox="1"/>
          <p:nvPr/>
        </p:nvSpPr>
        <p:spPr>
          <a:xfrm>
            <a:off x="752475" y="5530523"/>
            <a:ext cx="11068655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>
                <a:ln>
                  <a:noFill/>
                </a:ln>
                <a:solidFill>
                  <a:srgbClr val="00FF00"/>
                </a:solidFill>
                <a:effectLst/>
                <a:uLnTx/>
                <a:uFillTx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{“fruits”: {“apple”: “5”} } </a:t>
            </a:r>
            <a:r>
              <a:rPr kumimoji="0" lang="en-US" sz="2400" b="0" i="0" u="none" strike="noStrike" kern="1200" cap="none" spc="0" normalizeH="0" baseline="0" noProof="0">
                <a:ln>
                  <a:noFill/>
                </a:ln>
                <a:solidFill>
                  <a:srgbClr val="00FF00"/>
                </a:solidFill>
                <a:effectLst/>
                <a:uLnTx/>
                <a:uFillTx/>
                <a:latin typeface="Courier New" panose="02070309020205020404" pitchFamily="49" charset="0"/>
                <a:ea typeface="+mn-ea"/>
                <a:cs typeface="Courier New" panose="02070309020205020404" pitchFamily="49" charset="0"/>
                <a:sym typeface="Wingdings" panose="05000000000000000000" pitchFamily="2" charset="2"/>
              </a:rPr>
              <a:t> </a:t>
            </a:r>
            <a:r>
              <a:rPr kumimoji="0" lang="en-US" sz="2400" b="1" i="0" u="none" strike="noStrike" kern="1200" cap="none" spc="0" normalizeH="0" baseline="0" noProof="0">
                <a:ln>
                  <a:noFill/>
                </a:ln>
                <a:solidFill>
                  <a:srgbClr val="00FF00"/>
                </a:solidFill>
                <a:effectLst/>
                <a:uLnTx/>
                <a:uFillTx/>
                <a:latin typeface="Courier New" panose="02070309020205020404" pitchFamily="49" charset="0"/>
                <a:ea typeface="+mn-ea"/>
                <a:cs typeface="Courier New" panose="02070309020205020404" pitchFamily="49" charset="0"/>
                <a:sym typeface="Wingdings" panose="05000000000000000000" pitchFamily="2" charset="2"/>
              </a:rPr>
              <a:t>NO MATCH</a:t>
            </a:r>
            <a:endParaRPr kumimoji="0" lang="en-NL" sz="2400" b="1" i="0" u="none" strike="noStrike" kern="1200" cap="none" spc="0" normalizeH="0" baseline="0" noProof="0">
              <a:ln>
                <a:noFill/>
              </a:ln>
              <a:solidFill>
                <a:srgbClr val="00FF00"/>
              </a:solidFill>
              <a:effectLst/>
              <a:uLnTx/>
              <a:uFillTx/>
              <a:latin typeface="Courier New" panose="02070309020205020404" pitchFamily="49" charset="0"/>
              <a:ea typeface="+mn-ea"/>
              <a:cs typeface="Courier New" panose="02070309020205020404" pitchFamily="49" charset="0"/>
            </a:endParaRPr>
          </a:p>
        </p:txBody>
      </p:sp>
      <p:sp>
        <p:nvSpPr>
          <p:cNvPr id="9" name="Tekstvak 8">
            <a:extLst>
              <a:ext uri="{FF2B5EF4-FFF2-40B4-BE49-F238E27FC236}">
                <a16:creationId xmlns:a16="http://schemas.microsoft.com/office/drawing/2014/main" id="{D0267718-EAB1-EB6F-EB0A-22ED9A5F03E8}"/>
              </a:ext>
            </a:extLst>
          </p:cNvPr>
          <p:cNvSpPr txBox="1"/>
          <p:nvPr/>
        </p:nvSpPr>
        <p:spPr>
          <a:xfrm>
            <a:off x="752475" y="6055842"/>
            <a:ext cx="11068655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>
                <a:ln>
                  <a:noFill/>
                </a:ln>
                <a:solidFill>
                  <a:srgbClr val="00FF00"/>
                </a:solidFill>
                <a:effectLst/>
                <a:uLnTx/>
                <a:uFillTx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{“fruits”: {“banana”: “3”, “apple”: “5”} } </a:t>
            </a:r>
            <a:r>
              <a:rPr kumimoji="0" lang="en-US" sz="2400" b="0" i="0" u="none" strike="noStrike" kern="1200" cap="none" spc="0" normalizeH="0" baseline="0" noProof="0">
                <a:ln>
                  <a:noFill/>
                </a:ln>
                <a:solidFill>
                  <a:srgbClr val="00FF00"/>
                </a:solidFill>
                <a:effectLst/>
                <a:uLnTx/>
                <a:uFillTx/>
                <a:latin typeface="Courier New" panose="02070309020205020404" pitchFamily="49" charset="0"/>
                <a:ea typeface="+mn-ea"/>
                <a:cs typeface="Courier New" panose="02070309020205020404" pitchFamily="49" charset="0"/>
                <a:sym typeface="Wingdings" panose="05000000000000000000" pitchFamily="2" charset="2"/>
              </a:rPr>
              <a:t> </a:t>
            </a:r>
            <a:r>
              <a:rPr kumimoji="0" lang="en-US" sz="2400" b="1" i="0" u="none" strike="noStrike" kern="1200" cap="none" spc="0" normalizeH="0" baseline="0" noProof="0">
                <a:ln>
                  <a:noFill/>
                </a:ln>
                <a:solidFill>
                  <a:srgbClr val="00FF00"/>
                </a:solidFill>
                <a:effectLst/>
                <a:uLnTx/>
                <a:uFillTx/>
                <a:latin typeface="Courier New" panose="02070309020205020404" pitchFamily="49" charset="0"/>
                <a:ea typeface="+mn-ea"/>
                <a:cs typeface="Courier New" panose="02070309020205020404" pitchFamily="49" charset="0"/>
                <a:sym typeface="Wingdings" panose="05000000000000000000" pitchFamily="2" charset="2"/>
              </a:rPr>
              <a:t>NO MATCH</a:t>
            </a:r>
            <a:endParaRPr kumimoji="0" lang="en-NL" sz="2400" b="1" i="0" u="none" strike="noStrike" kern="1200" cap="none" spc="0" normalizeH="0" baseline="0" noProof="0">
              <a:ln>
                <a:noFill/>
              </a:ln>
              <a:solidFill>
                <a:srgbClr val="00FF00"/>
              </a:solidFill>
              <a:effectLst/>
              <a:uLnTx/>
              <a:uFillTx/>
              <a:latin typeface="Courier New" panose="02070309020205020404" pitchFamily="49" charset="0"/>
              <a:ea typeface="+mn-ea"/>
              <a:cs typeface="Courier New" panose="020703090202050204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19174879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/>
      <p:bldP spid="11" grpId="0" animBg="1"/>
      <p:bldP spid="7" grpId="0"/>
      <p:bldP spid="8" grpId="0"/>
      <p:bldP spid="9" grpId="0"/>
    </p:bldLst>
  </p:timing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Afbeelding 3">
            <a:extLst>
              <a:ext uri="{FF2B5EF4-FFF2-40B4-BE49-F238E27FC236}">
                <a16:creationId xmlns:a16="http://schemas.microsoft.com/office/drawing/2014/main" id="{7C075F00-219D-4E22-BF33-3458AEF2E3F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8202" y="990599"/>
            <a:ext cx="8072118" cy="2977611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5BB1D095-CCA6-4058-955D-1DADDCCFA1A1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838202" y="151769"/>
            <a:ext cx="10894885" cy="742311"/>
          </a:xfrm>
        </p:spPr>
        <p:txBody>
          <a:bodyPr>
            <a:normAutofit/>
          </a:bodyPr>
          <a:lstStyle/>
          <a:p>
            <a:pPr lvl="0"/>
            <a:r>
              <a:rPr lang="nl-NL" sz="4000">
                <a:solidFill>
                  <a:srgbClr val="00FF00"/>
                </a:solidFill>
                <a:latin typeface="Courier New" pitchFamily="49"/>
                <a:cs typeface="Courier New" pitchFamily="49"/>
              </a:rPr>
              <a:t>Matching using date/time properties</a:t>
            </a:r>
          </a:p>
        </p:txBody>
      </p:sp>
      <p:sp>
        <p:nvSpPr>
          <p:cNvPr id="13" name="Tekstvak 12">
            <a:extLst>
              <a:ext uri="{FF2B5EF4-FFF2-40B4-BE49-F238E27FC236}">
                <a16:creationId xmlns:a16="http://schemas.microsoft.com/office/drawing/2014/main" id="{FD9AA1FE-0AB3-4D6A-90D1-41825F0501D2}"/>
              </a:ext>
            </a:extLst>
          </p:cNvPr>
          <p:cNvSpPr txBox="1"/>
          <p:nvPr/>
        </p:nvSpPr>
        <p:spPr>
          <a:xfrm>
            <a:off x="7884160" y="1977966"/>
            <a:ext cx="3936971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srgbClr val="00FF00"/>
                </a:solidFill>
                <a:effectLst/>
                <a:uLnTx/>
                <a:uFillTx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Matching all dates after midnight of July 1, 2021</a:t>
            </a:r>
            <a:endParaRPr kumimoji="0" lang="en-NL" sz="1800" b="0" i="0" u="none" strike="noStrike" kern="1200" cap="none" spc="0" normalizeH="0" baseline="0" noProof="0">
              <a:ln>
                <a:noFill/>
              </a:ln>
              <a:solidFill>
                <a:srgbClr val="00FF00"/>
              </a:solidFill>
              <a:effectLst/>
              <a:uLnTx/>
              <a:uFillTx/>
              <a:latin typeface="Courier New" panose="02070309020205020404" pitchFamily="49" charset="0"/>
              <a:ea typeface="+mn-ea"/>
              <a:cs typeface="Courier New" panose="02070309020205020404" pitchFamily="49" charset="0"/>
            </a:endParaRPr>
          </a:p>
        </p:txBody>
      </p:sp>
      <p:pic>
        <p:nvPicPr>
          <p:cNvPr id="6" name="Afbeelding 5">
            <a:extLst>
              <a:ext uri="{FF2B5EF4-FFF2-40B4-BE49-F238E27FC236}">
                <a16:creationId xmlns:a16="http://schemas.microsoft.com/office/drawing/2014/main" id="{2D7B3463-5568-43F8-9F2F-5F135264067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060892" y="3611664"/>
            <a:ext cx="8830915" cy="2890736"/>
          </a:xfrm>
          <a:prstGeom prst="rect">
            <a:avLst/>
          </a:prstGeom>
          <a:ln>
            <a:solidFill>
              <a:srgbClr val="00FF00"/>
            </a:solidFill>
          </a:ln>
        </p:spPr>
      </p:pic>
      <p:sp>
        <p:nvSpPr>
          <p:cNvPr id="10" name="Tekstvak 9">
            <a:extLst>
              <a:ext uri="{FF2B5EF4-FFF2-40B4-BE49-F238E27FC236}">
                <a16:creationId xmlns:a16="http://schemas.microsoft.com/office/drawing/2014/main" id="{E80F3821-EC7F-426B-8685-A342468E1850}"/>
              </a:ext>
            </a:extLst>
          </p:cNvPr>
          <p:cNvSpPr txBox="1"/>
          <p:nvPr/>
        </p:nvSpPr>
        <p:spPr>
          <a:xfrm>
            <a:off x="6096001" y="4996217"/>
            <a:ext cx="431800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srgbClr val="00FF00"/>
                </a:solidFill>
                <a:effectLst/>
                <a:uLnTx/>
                <a:uFillTx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Matching all dates at least 1 month before the current date</a:t>
            </a:r>
            <a:endParaRPr kumimoji="0" lang="en-NL" sz="1800" b="0" i="0" u="none" strike="noStrike" kern="1200" cap="none" spc="0" normalizeH="0" baseline="0" noProof="0">
              <a:ln>
                <a:noFill/>
              </a:ln>
              <a:solidFill>
                <a:srgbClr val="00FF00"/>
              </a:solidFill>
              <a:effectLst/>
              <a:uLnTx/>
              <a:uFillTx/>
              <a:latin typeface="Courier New" panose="02070309020205020404" pitchFamily="49" charset="0"/>
              <a:ea typeface="+mn-ea"/>
              <a:cs typeface="Courier New" panose="02070309020205020404" pitchFamily="49" charset="0"/>
            </a:endParaRPr>
          </a:p>
        </p:txBody>
      </p:sp>
      <p:sp>
        <p:nvSpPr>
          <p:cNvPr id="11" name="Oval 4">
            <a:extLst>
              <a:ext uri="{FF2B5EF4-FFF2-40B4-BE49-F238E27FC236}">
                <a16:creationId xmlns:a16="http://schemas.microsoft.com/office/drawing/2014/main" id="{392A85F6-3D5B-416E-A906-CB965E30F567}"/>
              </a:ext>
            </a:extLst>
          </p:cNvPr>
          <p:cNvSpPr/>
          <p:nvPr/>
        </p:nvSpPr>
        <p:spPr>
          <a:xfrm flipV="1">
            <a:off x="2270850" y="2171298"/>
            <a:ext cx="1078407" cy="357666"/>
          </a:xfrm>
          <a:prstGeom prst="ellipse">
            <a:avLst/>
          </a:prstGeom>
          <a:noFill/>
          <a:ln w="38100">
            <a:solidFill>
              <a:srgbClr val="00FF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nl-NL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4" name="Oval 4">
            <a:extLst>
              <a:ext uri="{FF2B5EF4-FFF2-40B4-BE49-F238E27FC236}">
                <a16:creationId xmlns:a16="http://schemas.microsoft.com/office/drawing/2014/main" id="{BA31B223-F84F-487E-8EC9-ACE0702361BC}"/>
              </a:ext>
            </a:extLst>
          </p:cNvPr>
          <p:cNvSpPr/>
          <p:nvPr/>
        </p:nvSpPr>
        <p:spPr>
          <a:xfrm flipV="1">
            <a:off x="3349257" y="4721726"/>
            <a:ext cx="3763924" cy="361083"/>
          </a:xfrm>
          <a:prstGeom prst="ellipse">
            <a:avLst/>
          </a:prstGeom>
          <a:noFill/>
          <a:ln w="38100">
            <a:solidFill>
              <a:srgbClr val="00FF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nl-NL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72333647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/>
      <p:bldP spid="10" grpId="0"/>
      <p:bldP spid="11" grpId="0" animBg="1"/>
      <p:bldP spid="14" grpId="0" animBg="1"/>
    </p:bldLst>
  </p:timing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59CDB0B-4B36-434B-85D2-4FE26FBC15B8}"/>
              </a:ext>
            </a:extLst>
          </p:cNvPr>
          <p:cNvSpPr txBox="1">
            <a:spLocks noGrp="1"/>
          </p:cNvSpPr>
          <p:nvPr>
            <p:ph type="title"/>
          </p:nvPr>
        </p:nvSpPr>
        <p:spPr/>
        <p:txBody>
          <a:bodyPr/>
          <a:lstStyle/>
          <a:p>
            <a:pPr lvl="0"/>
            <a:r>
              <a:rPr lang="nl-NL">
                <a:solidFill>
                  <a:srgbClr val="00FF00"/>
                </a:solidFill>
                <a:latin typeface="Courier New" pitchFamily="49"/>
                <a:cs typeface="Courier New" pitchFamily="49"/>
              </a:rPr>
              <a:t>Other matching strategies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E8ACCC3-5B6B-47D3-AC34-5F20F53B99F2}"/>
              </a:ext>
            </a:extLst>
          </p:cNvPr>
          <p:cNvSpPr txBox="1">
            <a:spLocks noGrp="1"/>
          </p:cNvSpPr>
          <p:nvPr>
            <p:ph idx="1"/>
          </p:nvPr>
        </p:nvSpPr>
        <p:spPr>
          <a:xfrm>
            <a:off x="838203" y="1825627"/>
            <a:ext cx="10515600" cy="4883398"/>
          </a:xfrm>
        </p:spPr>
        <p:txBody>
          <a:bodyPr>
            <a:normAutofit/>
          </a:bodyPr>
          <a:lstStyle/>
          <a:p>
            <a:pPr lvl="0">
              <a:buFont typeface="Courier New" pitchFamily="49"/>
              <a:buChar char="_"/>
            </a:pPr>
            <a:r>
              <a:rPr lang="nl-NL">
                <a:solidFill>
                  <a:srgbClr val="00FF00"/>
                </a:solidFill>
                <a:latin typeface="Courier New" pitchFamily="49"/>
                <a:cs typeface="Courier New" pitchFamily="49"/>
              </a:rPr>
              <a:t>Authentication (Basic, OAuth(2))</a:t>
            </a:r>
            <a:endParaRPr lang="nl-NL" dirty="0">
              <a:solidFill>
                <a:srgbClr val="00FF00"/>
              </a:solidFill>
              <a:latin typeface="Courier New" pitchFamily="49"/>
              <a:cs typeface="Courier New" pitchFamily="49"/>
            </a:endParaRPr>
          </a:p>
          <a:p>
            <a:pPr lvl="0">
              <a:buFont typeface="Courier New" pitchFamily="49"/>
              <a:buChar char="_"/>
            </a:pPr>
            <a:endParaRPr lang="nl-NL" dirty="0">
              <a:solidFill>
                <a:srgbClr val="00FF00"/>
              </a:solidFill>
              <a:latin typeface="Courier New" pitchFamily="49"/>
              <a:cs typeface="Courier New" pitchFamily="49"/>
            </a:endParaRPr>
          </a:p>
          <a:p>
            <a:pPr lvl="0">
              <a:buFont typeface="Courier New" pitchFamily="49"/>
              <a:buChar char="_"/>
            </a:pPr>
            <a:r>
              <a:rPr lang="nl-NL">
                <a:solidFill>
                  <a:srgbClr val="00FF00"/>
                </a:solidFill>
                <a:latin typeface="Courier New" pitchFamily="49"/>
                <a:cs typeface="Courier New" pitchFamily="49"/>
              </a:rPr>
              <a:t>Query parameters</a:t>
            </a:r>
          </a:p>
          <a:p>
            <a:pPr lvl="0">
              <a:buFont typeface="Courier New" pitchFamily="49"/>
              <a:buChar char="_"/>
            </a:pPr>
            <a:endParaRPr lang="nl-NL">
              <a:solidFill>
                <a:srgbClr val="00FF00"/>
              </a:solidFill>
              <a:latin typeface="Courier New" pitchFamily="49"/>
              <a:cs typeface="Courier New" pitchFamily="49"/>
            </a:endParaRPr>
          </a:p>
          <a:p>
            <a:pPr lvl="0">
              <a:buFont typeface="Courier New" pitchFamily="49"/>
              <a:buChar char="_"/>
            </a:pPr>
            <a:r>
              <a:rPr lang="nl-NL">
                <a:solidFill>
                  <a:srgbClr val="00FF00"/>
                </a:solidFill>
                <a:latin typeface="Courier New" pitchFamily="49"/>
                <a:cs typeface="Courier New" pitchFamily="49"/>
              </a:rPr>
              <a:t>Multipart/form-data</a:t>
            </a:r>
            <a:endParaRPr lang="nl-NL" dirty="0">
              <a:solidFill>
                <a:srgbClr val="00FF00"/>
              </a:solidFill>
              <a:latin typeface="Courier New" pitchFamily="49"/>
              <a:cs typeface="Courier New" pitchFamily="49"/>
            </a:endParaRPr>
          </a:p>
          <a:p>
            <a:pPr lvl="0">
              <a:buFont typeface="Courier New" pitchFamily="49"/>
              <a:buChar char="_"/>
            </a:pPr>
            <a:endParaRPr lang="nl-NL" dirty="0">
              <a:solidFill>
                <a:srgbClr val="00FF00"/>
              </a:solidFill>
              <a:latin typeface="Courier New" pitchFamily="49"/>
              <a:cs typeface="Courier New" pitchFamily="49"/>
            </a:endParaRPr>
          </a:p>
          <a:p>
            <a:pPr lvl="0">
              <a:buFont typeface="Courier New" pitchFamily="49"/>
              <a:buChar char="_"/>
            </a:pPr>
            <a:r>
              <a:rPr lang="nl-NL">
                <a:solidFill>
                  <a:srgbClr val="00FF00"/>
                </a:solidFill>
                <a:latin typeface="Courier New" pitchFamily="49"/>
                <a:cs typeface="Courier New" pitchFamily="49"/>
              </a:rPr>
              <a:t>You can write your own matching logic, too</a:t>
            </a:r>
            <a:endParaRPr lang="nl-NL" dirty="0">
              <a:solidFill>
                <a:srgbClr val="00FF00"/>
              </a:solidFill>
              <a:latin typeface="Courier New" pitchFamily="49"/>
              <a:cs typeface="Courier New" pitchFamily="49"/>
            </a:endParaRPr>
          </a:p>
          <a:p>
            <a:pPr lvl="0">
              <a:buFont typeface="Courier New" pitchFamily="49"/>
              <a:buChar char="_"/>
            </a:pPr>
            <a:endParaRPr lang="nl-NL" dirty="0">
              <a:solidFill>
                <a:srgbClr val="00FF00"/>
              </a:solidFill>
              <a:latin typeface="Courier New" pitchFamily="49"/>
              <a:cs typeface="Courier New" pitchFamily="49"/>
            </a:endParaRPr>
          </a:p>
          <a:p>
            <a:pPr lvl="0">
              <a:buFont typeface="Courier New" pitchFamily="49"/>
              <a:buChar char="_"/>
            </a:pPr>
            <a:endParaRPr lang="nl-NL" dirty="0">
              <a:solidFill>
                <a:srgbClr val="00FF00"/>
              </a:solidFill>
              <a:latin typeface="Courier New" pitchFamily="49"/>
              <a:cs typeface="Courier New" pitchFamily="49"/>
            </a:endParaRPr>
          </a:p>
          <a:p>
            <a:pPr lvl="0">
              <a:buFont typeface="Courier New" pitchFamily="49"/>
              <a:buChar char="_"/>
            </a:pPr>
            <a:endParaRPr lang="nl-NL" dirty="0">
              <a:solidFill>
                <a:srgbClr val="00FF00"/>
              </a:solidFill>
              <a:latin typeface="Courier New" pitchFamily="49"/>
              <a:cs typeface="Courier New" pitchFamily="49"/>
            </a:endParaRP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59CDB0B-4B36-434B-85D2-4FE26FBC15B8}"/>
              </a:ext>
            </a:extLst>
          </p:cNvPr>
          <p:cNvSpPr txBox="1">
            <a:spLocks noGrp="1"/>
          </p:cNvSpPr>
          <p:nvPr>
            <p:ph type="title"/>
          </p:nvPr>
        </p:nvSpPr>
        <p:spPr/>
        <p:txBody>
          <a:bodyPr/>
          <a:lstStyle/>
          <a:p>
            <a:pPr lvl="0"/>
            <a:r>
              <a:rPr lang="nl-NL">
                <a:solidFill>
                  <a:srgbClr val="00FF00"/>
                </a:solidFill>
                <a:latin typeface="Courier New" pitchFamily="49"/>
                <a:cs typeface="Courier New" pitchFamily="49"/>
              </a:rPr>
              <a:t>Fault simulation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E8ACCC3-5B6B-47D3-AC34-5F20F53B99F2}"/>
              </a:ext>
            </a:extLst>
          </p:cNvPr>
          <p:cNvSpPr txBox="1">
            <a:spLocks noGrp="1"/>
          </p:cNvSpPr>
          <p:nvPr>
            <p:ph idx="1"/>
          </p:nvPr>
        </p:nvSpPr>
        <p:spPr/>
        <p:txBody>
          <a:bodyPr/>
          <a:lstStyle/>
          <a:p>
            <a:pPr lvl="0">
              <a:buFont typeface="Courier New" pitchFamily="49"/>
              <a:buChar char="_"/>
            </a:pPr>
            <a:r>
              <a:rPr lang="nl-NL" dirty="0" err="1">
                <a:solidFill>
                  <a:srgbClr val="00FF00"/>
                </a:solidFill>
                <a:latin typeface="Courier New" pitchFamily="49"/>
                <a:cs typeface="Courier New" pitchFamily="49"/>
              </a:rPr>
              <a:t>Extend</a:t>
            </a:r>
            <a:r>
              <a:rPr lang="nl-NL" dirty="0">
                <a:solidFill>
                  <a:srgbClr val="00FF00"/>
                </a:solidFill>
                <a:latin typeface="Courier New" pitchFamily="49"/>
                <a:cs typeface="Courier New" pitchFamily="49"/>
              </a:rPr>
              <a:t> test </a:t>
            </a:r>
            <a:r>
              <a:rPr lang="nl-NL" dirty="0" err="1">
                <a:solidFill>
                  <a:srgbClr val="00FF00"/>
                </a:solidFill>
                <a:latin typeface="Courier New" pitchFamily="49"/>
                <a:cs typeface="Courier New" pitchFamily="49"/>
              </a:rPr>
              <a:t>coverage</a:t>
            </a:r>
            <a:r>
              <a:rPr lang="nl-NL" dirty="0">
                <a:solidFill>
                  <a:srgbClr val="00FF00"/>
                </a:solidFill>
                <a:latin typeface="Courier New" pitchFamily="49"/>
                <a:cs typeface="Courier New" pitchFamily="49"/>
              </a:rPr>
              <a:t> </a:t>
            </a:r>
            <a:r>
              <a:rPr lang="nl-NL" dirty="0" err="1">
                <a:solidFill>
                  <a:srgbClr val="00FF00"/>
                </a:solidFill>
                <a:latin typeface="Courier New" pitchFamily="49"/>
                <a:cs typeface="Courier New" pitchFamily="49"/>
              </a:rPr>
              <a:t>by</a:t>
            </a:r>
            <a:r>
              <a:rPr lang="nl-NL" dirty="0">
                <a:solidFill>
                  <a:srgbClr val="00FF00"/>
                </a:solidFill>
                <a:latin typeface="Courier New" pitchFamily="49"/>
                <a:cs typeface="Courier New" pitchFamily="49"/>
              </a:rPr>
              <a:t> </a:t>
            </a:r>
            <a:r>
              <a:rPr lang="nl-NL" dirty="0" err="1">
                <a:solidFill>
                  <a:srgbClr val="00FF00"/>
                </a:solidFill>
                <a:latin typeface="Courier New" pitchFamily="49"/>
                <a:cs typeface="Courier New" pitchFamily="49"/>
              </a:rPr>
              <a:t>simulating</a:t>
            </a:r>
            <a:r>
              <a:rPr lang="nl-NL" dirty="0">
                <a:solidFill>
                  <a:srgbClr val="00FF00"/>
                </a:solidFill>
                <a:latin typeface="Courier New" pitchFamily="49"/>
                <a:cs typeface="Courier New" pitchFamily="49"/>
              </a:rPr>
              <a:t> </a:t>
            </a:r>
            <a:r>
              <a:rPr lang="nl-NL" dirty="0" err="1">
                <a:solidFill>
                  <a:srgbClr val="00FF00"/>
                </a:solidFill>
                <a:latin typeface="Courier New" pitchFamily="49"/>
                <a:cs typeface="Courier New" pitchFamily="49"/>
              </a:rPr>
              <a:t>faults</a:t>
            </a:r>
            <a:endParaRPr lang="nl-NL" dirty="0">
              <a:solidFill>
                <a:srgbClr val="00FF00"/>
              </a:solidFill>
              <a:latin typeface="Courier New" pitchFamily="49"/>
              <a:cs typeface="Courier New" pitchFamily="49"/>
            </a:endParaRPr>
          </a:p>
          <a:p>
            <a:pPr lvl="0">
              <a:buFont typeface="Courier New" pitchFamily="49"/>
              <a:buChar char="_"/>
            </a:pPr>
            <a:endParaRPr lang="nl-NL" dirty="0">
              <a:solidFill>
                <a:srgbClr val="00FF00"/>
              </a:solidFill>
              <a:latin typeface="Courier New" pitchFamily="49"/>
              <a:cs typeface="Courier New" pitchFamily="49"/>
            </a:endParaRPr>
          </a:p>
          <a:p>
            <a:pPr lvl="0">
              <a:buFont typeface="Courier New" pitchFamily="49"/>
              <a:buChar char="_"/>
            </a:pPr>
            <a:r>
              <a:rPr lang="nl-NL" dirty="0" err="1">
                <a:solidFill>
                  <a:srgbClr val="00FF00"/>
                </a:solidFill>
                <a:latin typeface="Courier New" pitchFamily="49"/>
                <a:cs typeface="Courier New" pitchFamily="49"/>
              </a:rPr>
              <a:t>Often</a:t>
            </a:r>
            <a:r>
              <a:rPr lang="nl-NL" dirty="0">
                <a:solidFill>
                  <a:srgbClr val="00FF00"/>
                </a:solidFill>
                <a:latin typeface="Courier New" pitchFamily="49"/>
                <a:cs typeface="Courier New" pitchFamily="49"/>
              </a:rPr>
              <a:t> hard </a:t>
            </a:r>
            <a:r>
              <a:rPr lang="nl-NL" dirty="0" err="1">
                <a:solidFill>
                  <a:srgbClr val="00FF00"/>
                </a:solidFill>
                <a:latin typeface="Courier New" pitchFamily="49"/>
                <a:cs typeface="Courier New" pitchFamily="49"/>
              </a:rPr>
              <a:t>to</a:t>
            </a:r>
            <a:r>
              <a:rPr lang="nl-NL" dirty="0">
                <a:solidFill>
                  <a:srgbClr val="00FF00"/>
                </a:solidFill>
                <a:latin typeface="Courier New" pitchFamily="49"/>
                <a:cs typeface="Courier New" pitchFamily="49"/>
              </a:rPr>
              <a:t> do in real systems</a:t>
            </a:r>
          </a:p>
          <a:p>
            <a:pPr lvl="0">
              <a:buFont typeface="Courier New" pitchFamily="49"/>
              <a:buChar char="_"/>
            </a:pPr>
            <a:endParaRPr lang="nl-NL" dirty="0">
              <a:solidFill>
                <a:srgbClr val="00FF00"/>
              </a:solidFill>
              <a:latin typeface="Courier New" pitchFamily="49"/>
              <a:cs typeface="Courier New" pitchFamily="49"/>
            </a:endParaRPr>
          </a:p>
          <a:p>
            <a:pPr lvl="0">
              <a:buFont typeface="Courier New" pitchFamily="49"/>
              <a:buChar char="_"/>
            </a:pPr>
            <a:r>
              <a:rPr lang="nl-NL" dirty="0">
                <a:solidFill>
                  <a:srgbClr val="00FF00"/>
                </a:solidFill>
                <a:latin typeface="Courier New" pitchFamily="49"/>
                <a:cs typeface="Courier New" pitchFamily="49"/>
              </a:rPr>
              <a:t>Easy </a:t>
            </a:r>
            <a:r>
              <a:rPr lang="nl-NL" dirty="0" err="1">
                <a:solidFill>
                  <a:srgbClr val="00FF00"/>
                </a:solidFill>
                <a:latin typeface="Courier New" pitchFamily="49"/>
                <a:cs typeface="Courier New" pitchFamily="49"/>
              </a:rPr>
              <a:t>to</a:t>
            </a:r>
            <a:r>
              <a:rPr lang="nl-NL" dirty="0">
                <a:solidFill>
                  <a:srgbClr val="00FF00"/>
                </a:solidFill>
                <a:latin typeface="Courier New" pitchFamily="49"/>
                <a:cs typeface="Courier New" pitchFamily="49"/>
              </a:rPr>
              <a:t> do </a:t>
            </a:r>
            <a:r>
              <a:rPr lang="nl-NL" dirty="0" err="1">
                <a:solidFill>
                  <a:srgbClr val="00FF00"/>
                </a:solidFill>
                <a:latin typeface="Courier New" pitchFamily="49"/>
                <a:cs typeface="Courier New" pitchFamily="49"/>
              </a:rPr>
              <a:t>using</a:t>
            </a:r>
            <a:r>
              <a:rPr lang="nl-NL" dirty="0">
                <a:solidFill>
                  <a:srgbClr val="00FF00"/>
                </a:solidFill>
                <a:latin typeface="Courier New" pitchFamily="49"/>
                <a:cs typeface="Courier New" pitchFamily="49"/>
              </a:rPr>
              <a:t> </a:t>
            </a:r>
            <a:r>
              <a:rPr lang="nl-NL" dirty="0" err="1">
                <a:solidFill>
                  <a:srgbClr val="00FF00"/>
                </a:solidFill>
                <a:latin typeface="Courier New" pitchFamily="49"/>
                <a:cs typeface="Courier New" pitchFamily="49"/>
              </a:rPr>
              <a:t>stubs</a:t>
            </a:r>
            <a:r>
              <a:rPr lang="nl-NL" dirty="0">
                <a:solidFill>
                  <a:srgbClr val="00FF00"/>
                </a:solidFill>
                <a:latin typeface="Courier New" pitchFamily="49"/>
                <a:cs typeface="Courier New" pitchFamily="49"/>
              </a:rPr>
              <a:t> or </a:t>
            </a:r>
            <a:r>
              <a:rPr lang="nl-NL" dirty="0" err="1">
                <a:solidFill>
                  <a:srgbClr val="00FF00"/>
                </a:solidFill>
                <a:latin typeface="Courier New" pitchFamily="49"/>
                <a:cs typeface="Courier New" pitchFamily="49"/>
              </a:rPr>
              <a:t>mocks</a:t>
            </a:r>
            <a:endParaRPr lang="nl-NL" dirty="0">
              <a:solidFill>
                <a:srgbClr val="00FF00"/>
              </a:solidFill>
              <a:latin typeface="Courier New" pitchFamily="49"/>
              <a:cs typeface="Courier New" pitchFamily="49"/>
            </a:endParaRPr>
          </a:p>
          <a:p>
            <a:pPr lvl="0">
              <a:buFont typeface="Courier New" pitchFamily="49"/>
              <a:buChar char="_"/>
            </a:pPr>
            <a:endParaRPr lang="nl-NL" dirty="0">
              <a:solidFill>
                <a:srgbClr val="00FF00"/>
              </a:solidFill>
              <a:latin typeface="Courier New" pitchFamily="49"/>
              <a:cs typeface="Courier New" pitchFamily="49"/>
            </a:endParaRPr>
          </a:p>
          <a:p>
            <a:pPr lvl="0">
              <a:buFont typeface="Courier New" pitchFamily="49"/>
              <a:buChar char="_"/>
            </a:pPr>
            <a:r>
              <a:rPr lang="nl-NL" dirty="0" err="1">
                <a:solidFill>
                  <a:srgbClr val="00FF00"/>
                </a:solidFill>
                <a:latin typeface="Courier New" pitchFamily="49"/>
                <a:cs typeface="Courier New" pitchFamily="49"/>
              </a:rPr>
              <a:t>Used</a:t>
            </a:r>
            <a:r>
              <a:rPr lang="nl-NL" dirty="0">
                <a:solidFill>
                  <a:srgbClr val="00FF00"/>
                </a:solidFill>
                <a:latin typeface="Courier New" pitchFamily="49"/>
                <a:cs typeface="Courier New" pitchFamily="49"/>
              </a:rPr>
              <a:t> </a:t>
            </a:r>
            <a:r>
              <a:rPr lang="nl-NL" dirty="0" err="1">
                <a:solidFill>
                  <a:srgbClr val="00FF00"/>
                </a:solidFill>
                <a:latin typeface="Courier New" pitchFamily="49"/>
                <a:cs typeface="Courier New" pitchFamily="49"/>
              </a:rPr>
              <a:t>to</a:t>
            </a:r>
            <a:r>
              <a:rPr lang="nl-NL" dirty="0">
                <a:solidFill>
                  <a:srgbClr val="00FF00"/>
                </a:solidFill>
                <a:latin typeface="Courier New" pitchFamily="49"/>
                <a:cs typeface="Courier New" pitchFamily="49"/>
              </a:rPr>
              <a:t> test </a:t>
            </a:r>
            <a:r>
              <a:rPr lang="nl-NL" dirty="0" err="1">
                <a:solidFill>
                  <a:srgbClr val="00FF00"/>
                </a:solidFill>
                <a:latin typeface="Courier New" pitchFamily="49"/>
                <a:cs typeface="Courier New" pitchFamily="49"/>
              </a:rPr>
              <a:t>the</a:t>
            </a:r>
            <a:r>
              <a:rPr lang="nl-NL" dirty="0">
                <a:solidFill>
                  <a:srgbClr val="00FF00"/>
                </a:solidFill>
                <a:latin typeface="Courier New" pitchFamily="49"/>
                <a:cs typeface="Courier New" pitchFamily="49"/>
              </a:rPr>
              <a:t> </a:t>
            </a:r>
            <a:r>
              <a:rPr lang="nl-NL" dirty="0" err="1">
                <a:solidFill>
                  <a:srgbClr val="00FF00"/>
                </a:solidFill>
                <a:latin typeface="Courier New" pitchFamily="49"/>
                <a:cs typeface="Courier New" pitchFamily="49"/>
              </a:rPr>
              <a:t>exception</a:t>
            </a:r>
            <a:r>
              <a:rPr lang="nl-NL" dirty="0">
                <a:solidFill>
                  <a:srgbClr val="00FF00"/>
                </a:solidFill>
                <a:latin typeface="Courier New" pitchFamily="49"/>
                <a:cs typeface="Courier New" pitchFamily="49"/>
              </a:rPr>
              <a:t> handling of </a:t>
            </a:r>
            <a:r>
              <a:rPr lang="nl-NL" dirty="0" err="1">
                <a:solidFill>
                  <a:srgbClr val="00FF00"/>
                </a:solidFill>
                <a:latin typeface="Courier New" pitchFamily="49"/>
                <a:cs typeface="Courier New" pitchFamily="49"/>
              </a:rPr>
              <a:t>your</a:t>
            </a:r>
            <a:r>
              <a:rPr lang="nl-NL" dirty="0">
                <a:solidFill>
                  <a:srgbClr val="00FF00"/>
                </a:solidFill>
                <a:latin typeface="Courier New" pitchFamily="49"/>
                <a:cs typeface="Courier New" pitchFamily="49"/>
              </a:rPr>
              <a:t> </a:t>
            </a:r>
            <a:r>
              <a:rPr lang="nl-NL" dirty="0" err="1">
                <a:solidFill>
                  <a:srgbClr val="00FF00"/>
                </a:solidFill>
                <a:latin typeface="Courier New" pitchFamily="49"/>
                <a:cs typeface="Courier New" pitchFamily="49"/>
              </a:rPr>
              <a:t>application</a:t>
            </a:r>
            <a:r>
              <a:rPr lang="nl-NL" dirty="0">
                <a:solidFill>
                  <a:srgbClr val="00FF00"/>
                </a:solidFill>
                <a:latin typeface="Courier New" pitchFamily="49"/>
                <a:cs typeface="Courier New" pitchFamily="49"/>
              </a:rPr>
              <a:t> </a:t>
            </a:r>
            <a:r>
              <a:rPr lang="nl-NL" dirty="0" err="1">
                <a:solidFill>
                  <a:srgbClr val="00FF00"/>
                </a:solidFill>
                <a:latin typeface="Courier New" pitchFamily="49"/>
                <a:cs typeface="Courier New" pitchFamily="49"/>
              </a:rPr>
              <a:t>under</a:t>
            </a:r>
            <a:r>
              <a:rPr lang="nl-NL" dirty="0">
                <a:solidFill>
                  <a:srgbClr val="00FF00"/>
                </a:solidFill>
                <a:latin typeface="Courier New" pitchFamily="49"/>
                <a:cs typeface="Courier New" pitchFamily="49"/>
              </a:rPr>
              <a:t> test</a:t>
            </a:r>
          </a:p>
          <a:p>
            <a:pPr lvl="0">
              <a:buFont typeface="Courier New" pitchFamily="49"/>
              <a:buChar char="_"/>
            </a:pPr>
            <a:endParaRPr lang="nl-NL" dirty="0">
              <a:solidFill>
                <a:srgbClr val="00FF00"/>
              </a:solidFill>
              <a:latin typeface="Courier New" pitchFamily="49"/>
              <a:cs typeface="Courier New" pitchFamily="49"/>
            </a:endParaRPr>
          </a:p>
          <a:p>
            <a:pPr lvl="0">
              <a:buFont typeface="Courier New" pitchFamily="49"/>
              <a:buChar char="_"/>
            </a:pPr>
            <a:endParaRPr lang="nl-NL" dirty="0">
              <a:solidFill>
                <a:srgbClr val="00FF00"/>
              </a:solidFill>
              <a:latin typeface="Courier New" pitchFamily="49"/>
              <a:cs typeface="Courier New" pitchFamily="49"/>
            </a:endParaRPr>
          </a:p>
          <a:p>
            <a:pPr lvl="0">
              <a:buFont typeface="Courier New" pitchFamily="49"/>
              <a:buChar char="_"/>
            </a:pPr>
            <a:endParaRPr lang="nl-NL" dirty="0">
              <a:solidFill>
                <a:srgbClr val="00FF00"/>
              </a:solidFill>
              <a:latin typeface="Courier New" pitchFamily="49"/>
              <a:cs typeface="Courier New" pitchFamily="49"/>
            </a:endParaRPr>
          </a:p>
          <a:p>
            <a:pPr lvl="0">
              <a:buFont typeface="Courier New" pitchFamily="49"/>
              <a:buChar char="_"/>
            </a:pPr>
            <a:endParaRPr lang="nl-NL" dirty="0">
              <a:solidFill>
                <a:srgbClr val="00FF00"/>
              </a:solidFill>
              <a:latin typeface="Courier New" pitchFamily="49"/>
              <a:cs typeface="Courier New" pitchFamily="49"/>
            </a:endParaRPr>
          </a:p>
          <a:p>
            <a:pPr lvl="0">
              <a:buFont typeface="Courier New" pitchFamily="49"/>
              <a:buChar char="_"/>
            </a:pPr>
            <a:endParaRPr lang="nl-NL" dirty="0">
              <a:solidFill>
                <a:srgbClr val="00FF00"/>
              </a:solidFill>
              <a:latin typeface="Courier New" pitchFamily="49"/>
              <a:cs typeface="Courier New" pitchFamily="49"/>
            </a:endParaRPr>
          </a:p>
        </p:txBody>
      </p:sp>
    </p:spTree>
    <p:extLst>
      <p:ext uri="{BB962C8B-B14F-4D97-AF65-F5344CB8AC3E}">
        <p14:creationId xmlns:p14="http://schemas.microsoft.com/office/powerpoint/2010/main" val="3086172836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Afbeelding 6">
            <a:extLst>
              <a:ext uri="{FF2B5EF4-FFF2-40B4-BE49-F238E27FC236}">
                <a16:creationId xmlns:a16="http://schemas.microsoft.com/office/drawing/2014/main" id="{9774316B-EA5F-5446-780E-A17A7A247F2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8201" y="1428749"/>
            <a:ext cx="7400923" cy="2340653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19B8FFAA-1495-4631-A778-1F6F0C06BF7F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838202" y="365129"/>
            <a:ext cx="11048997" cy="1325559"/>
          </a:xfrm>
        </p:spPr>
        <p:txBody>
          <a:bodyPr/>
          <a:lstStyle/>
          <a:p>
            <a:pPr lvl="0"/>
            <a:r>
              <a:rPr lang="nl-NL">
                <a:solidFill>
                  <a:srgbClr val="00FF00"/>
                </a:solidFill>
                <a:latin typeface="Courier New" pitchFamily="49"/>
                <a:cs typeface="Courier New" pitchFamily="49"/>
              </a:rPr>
              <a:t>Example: HTTP status code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597EAE2-47A1-4B43-8AFC-FE11AE4EFF19}"/>
              </a:ext>
            </a:extLst>
          </p:cNvPr>
          <p:cNvSpPr txBox="1">
            <a:spLocks noGrp="1"/>
          </p:cNvSpPr>
          <p:nvPr>
            <p:ph idx="1"/>
          </p:nvPr>
        </p:nvSpPr>
        <p:spPr>
          <a:xfrm>
            <a:off x="838203" y="1825627"/>
            <a:ext cx="11238780" cy="4351336"/>
          </a:xfrm>
        </p:spPr>
        <p:txBody>
          <a:bodyPr/>
          <a:lstStyle/>
          <a:p>
            <a:pPr lvl="0">
              <a:buFont typeface="Courier New" pitchFamily="49"/>
              <a:buChar char="_"/>
            </a:pPr>
            <a:endParaRPr lang="nl-NL" dirty="0">
              <a:solidFill>
                <a:srgbClr val="00FF00"/>
              </a:solidFill>
              <a:latin typeface="Courier New" pitchFamily="49"/>
              <a:cs typeface="Courier New" pitchFamily="49"/>
            </a:endParaRPr>
          </a:p>
          <a:p>
            <a:pPr lvl="0">
              <a:buFont typeface="Courier New" pitchFamily="49"/>
              <a:buChar char="_"/>
            </a:pPr>
            <a:endParaRPr lang="nl-NL" dirty="0">
              <a:solidFill>
                <a:srgbClr val="00FF00"/>
              </a:solidFill>
              <a:latin typeface="Courier New" pitchFamily="49"/>
              <a:cs typeface="Courier New" pitchFamily="49"/>
            </a:endParaRPr>
          </a:p>
          <a:p>
            <a:pPr lvl="0">
              <a:buFont typeface="Courier New" pitchFamily="49"/>
              <a:buChar char="_"/>
            </a:pPr>
            <a:endParaRPr lang="nl-NL" dirty="0">
              <a:solidFill>
                <a:srgbClr val="00FF00"/>
              </a:solidFill>
              <a:latin typeface="Courier New" pitchFamily="49"/>
              <a:cs typeface="Courier New" pitchFamily="49"/>
            </a:endParaRPr>
          </a:p>
          <a:p>
            <a:pPr lvl="0">
              <a:buFont typeface="Courier New" pitchFamily="49"/>
              <a:buChar char="_"/>
            </a:pPr>
            <a:endParaRPr lang="nl-NL" dirty="0">
              <a:solidFill>
                <a:srgbClr val="00FF00"/>
              </a:solidFill>
              <a:latin typeface="Courier New" pitchFamily="49"/>
              <a:cs typeface="Courier New" pitchFamily="49"/>
            </a:endParaRPr>
          </a:p>
          <a:p>
            <a:pPr lvl="0">
              <a:buFont typeface="Courier New" pitchFamily="49"/>
              <a:buChar char="_"/>
            </a:pPr>
            <a:r>
              <a:rPr lang="nl-NL">
                <a:solidFill>
                  <a:srgbClr val="00FF00"/>
                </a:solidFill>
                <a:latin typeface="Courier New" pitchFamily="49"/>
                <a:cs typeface="Courier New" pitchFamily="49"/>
              </a:rPr>
              <a:t>Some </a:t>
            </a:r>
            <a:r>
              <a:rPr lang="nl-NL" dirty="0">
                <a:solidFill>
                  <a:srgbClr val="00FF00"/>
                </a:solidFill>
                <a:latin typeface="Courier New" pitchFamily="49"/>
                <a:cs typeface="Courier New" pitchFamily="49"/>
              </a:rPr>
              <a:t>o</a:t>
            </a:r>
            <a:r>
              <a:rPr lang="nl-NL">
                <a:solidFill>
                  <a:srgbClr val="00FF00"/>
                </a:solidFill>
                <a:latin typeface="Courier New" pitchFamily="49"/>
                <a:cs typeface="Courier New" pitchFamily="49"/>
              </a:rPr>
              <a:t>ften </a:t>
            </a:r>
            <a:r>
              <a:rPr lang="nl-NL" dirty="0" err="1">
                <a:solidFill>
                  <a:srgbClr val="00FF00"/>
                </a:solidFill>
                <a:latin typeface="Courier New" pitchFamily="49"/>
                <a:cs typeface="Courier New" pitchFamily="49"/>
              </a:rPr>
              <a:t>used</a:t>
            </a:r>
            <a:r>
              <a:rPr lang="nl-NL" dirty="0">
                <a:solidFill>
                  <a:srgbClr val="00FF00"/>
                </a:solidFill>
                <a:latin typeface="Courier New" pitchFamily="49"/>
                <a:cs typeface="Courier New" pitchFamily="49"/>
              </a:rPr>
              <a:t> HTTP status codes:</a:t>
            </a:r>
          </a:p>
          <a:p>
            <a:pPr marL="0" lvl="0" indent="0">
              <a:buNone/>
            </a:pPr>
            <a:r>
              <a:rPr lang="nl-NL" sz="2400">
                <a:solidFill>
                  <a:srgbClr val="00FF00"/>
                </a:solidFill>
                <a:latin typeface="Courier New" pitchFamily="49"/>
                <a:cs typeface="Courier New" pitchFamily="49"/>
              </a:rPr>
              <a:t>	</a:t>
            </a:r>
            <a:r>
              <a:rPr lang="nl-NL" sz="2400" b="1">
                <a:solidFill>
                  <a:srgbClr val="00FF00"/>
                </a:solidFill>
                <a:latin typeface="Courier New" pitchFamily="49"/>
                <a:cs typeface="Courier New" pitchFamily="49"/>
              </a:rPr>
              <a:t>Consumer </a:t>
            </a:r>
            <a:r>
              <a:rPr lang="nl-NL" sz="2400" b="1" dirty="0">
                <a:solidFill>
                  <a:srgbClr val="00FF00"/>
                </a:solidFill>
                <a:latin typeface="Courier New" pitchFamily="49"/>
                <a:cs typeface="Courier New" pitchFamily="49"/>
              </a:rPr>
              <a:t>error	</a:t>
            </a:r>
            <a:r>
              <a:rPr lang="nl-NL" sz="2400" b="1">
                <a:solidFill>
                  <a:srgbClr val="00FF00"/>
                </a:solidFill>
                <a:latin typeface="Courier New" pitchFamily="49"/>
                <a:cs typeface="Courier New" pitchFamily="49"/>
              </a:rPr>
              <a:t>	Provider </a:t>
            </a:r>
            <a:r>
              <a:rPr lang="nl-NL" sz="2400" b="1" dirty="0">
                <a:solidFill>
                  <a:srgbClr val="00FF00"/>
                </a:solidFill>
                <a:latin typeface="Courier New" pitchFamily="49"/>
                <a:cs typeface="Courier New" pitchFamily="49"/>
              </a:rPr>
              <a:t>error</a:t>
            </a:r>
          </a:p>
          <a:p>
            <a:pPr marL="0" lvl="0" indent="0">
              <a:buNone/>
            </a:pPr>
            <a:r>
              <a:rPr lang="nl-NL" sz="2400" dirty="0">
                <a:solidFill>
                  <a:srgbClr val="00FF00"/>
                </a:solidFill>
                <a:latin typeface="Courier New" pitchFamily="49"/>
                <a:cs typeface="Courier New" pitchFamily="49"/>
              </a:rPr>
              <a:t>	403 (</a:t>
            </a:r>
            <a:r>
              <a:rPr lang="nl-NL" sz="2400" dirty="0" err="1">
                <a:solidFill>
                  <a:srgbClr val="00FF00"/>
                </a:solidFill>
                <a:latin typeface="Courier New" pitchFamily="49"/>
                <a:cs typeface="Courier New" pitchFamily="49"/>
              </a:rPr>
              <a:t>Forbidden</a:t>
            </a:r>
            <a:r>
              <a:rPr lang="nl-NL" sz="2400" dirty="0">
                <a:solidFill>
                  <a:srgbClr val="00FF00"/>
                </a:solidFill>
                <a:latin typeface="Courier New" pitchFamily="49"/>
                <a:cs typeface="Courier New" pitchFamily="49"/>
              </a:rPr>
              <a:t>)		500 (</a:t>
            </a:r>
            <a:r>
              <a:rPr lang="nl-NL" sz="2400" dirty="0" err="1">
                <a:solidFill>
                  <a:srgbClr val="00FF00"/>
                </a:solidFill>
                <a:latin typeface="Courier New" pitchFamily="49"/>
                <a:cs typeface="Courier New" pitchFamily="49"/>
              </a:rPr>
              <a:t>Internal</a:t>
            </a:r>
            <a:r>
              <a:rPr lang="nl-NL" sz="2400" dirty="0">
                <a:solidFill>
                  <a:srgbClr val="00FF00"/>
                </a:solidFill>
                <a:latin typeface="Courier New" pitchFamily="49"/>
                <a:cs typeface="Courier New" pitchFamily="49"/>
              </a:rPr>
              <a:t> server error)</a:t>
            </a:r>
          </a:p>
          <a:p>
            <a:pPr marL="0" lvl="0" indent="0">
              <a:buNone/>
            </a:pPr>
            <a:r>
              <a:rPr lang="nl-NL" sz="2400" dirty="0">
                <a:solidFill>
                  <a:srgbClr val="00FF00"/>
                </a:solidFill>
                <a:latin typeface="Courier New" pitchFamily="49"/>
                <a:cs typeface="Courier New" pitchFamily="49"/>
              </a:rPr>
              <a:t>	404 (</a:t>
            </a:r>
            <a:r>
              <a:rPr lang="nl-NL" sz="2400" dirty="0" err="1">
                <a:solidFill>
                  <a:srgbClr val="00FF00"/>
                </a:solidFill>
                <a:latin typeface="Courier New" pitchFamily="49"/>
                <a:cs typeface="Courier New" pitchFamily="49"/>
              </a:rPr>
              <a:t>Not</a:t>
            </a:r>
            <a:r>
              <a:rPr lang="nl-NL" sz="2400" dirty="0">
                <a:solidFill>
                  <a:srgbClr val="00FF00"/>
                </a:solidFill>
                <a:latin typeface="Courier New" pitchFamily="49"/>
                <a:cs typeface="Courier New" pitchFamily="49"/>
              </a:rPr>
              <a:t> found)		503 (Service </a:t>
            </a:r>
            <a:r>
              <a:rPr lang="nl-NL" sz="2400" dirty="0" err="1">
                <a:solidFill>
                  <a:srgbClr val="00FF00"/>
                </a:solidFill>
                <a:latin typeface="Courier New" pitchFamily="49"/>
                <a:cs typeface="Courier New" pitchFamily="49"/>
              </a:rPr>
              <a:t>unavailable</a:t>
            </a:r>
            <a:r>
              <a:rPr lang="nl-NL" sz="2400" dirty="0">
                <a:solidFill>
                  <a:srgbClr val="00FF00"/>
                </a:solidFill>
                <a:latin typeface="Courier New" pitchFamily="49"/>
                <a:cs typeface="Courier New" pitchFamily="49"/>
              </a:rPr>
              <a:t>)</a:t>
            </a:r>
          </a:p>
          <a:p>
            <a:pPr lvl="0">
              <a:buFont typeface="Courier New" pitchFamily="49"/>
              <a:buChar char="_"/>
            </a:pPr>
            <a:endParaRPr lang="nl-NL" dirty="0">
              <a:solidFill>
                <a:srgbClr val="00FF00"/>
              </a:solidFill>
              <a:latin typeface="Courier New" pitchFamily="49"/>
              <a:cs typeface="Courier New" pitchFamily="49"/>
            </a:endParaRPr>
          </a:p>
          <a:p>
            <a:pPr lvl="0">
              <a:buFont typeface="Courier New" pitchFamily="49"/>
              <a:buChar char="_"/>
            </a:pPr>
            <a:endParaRPr lang="nl-NL" dirty="0">
              <a:solidFill>
                <a:srgbClr val="00FF00"/>
              </a:solidFill>
              <a:latin typeface="Courier New" pitchFamily="49"/>
              <a:cs typeface="Courier New" pitchFamily="49"/>
            </a:endParaRPr>
          </a:p>
          <a:p>
            <a:pPr lvl="0">
              <a:buFont typeface="Courier New" pitchFamily="49"/>
              <a:buChar char="_"/>
            </a:pPr>
            <a:endParaRPr lang="nl-NL" dirty="0">
              <a:solidFill>
                <a:srgbClr val="00FF00"/>
              </a:solidFill>
              <a:latin typeface="Courier New" pitchFamily="49"/>
              <a:cs typeface="Courier New" pitchFamily="49"/>
            </a:endParaRPr>
          </a:p>
          <a:p>
            <a:pPr lvl="0">
              <a:buFont typeface="Courier New" pitchFamily="49"/>
              <a:buChar char="_"/>
            </a:pPr>
            <a:endParaRPr lang="nl-NL" dirty="0">
              <a:solidFill>
                <a:srgbClr val="00FF00"/>
              </a:solidFill>
              <a:latin typeface="Courier New" pitchFamily="49"/>
              <a:cs typeface="Courier New" pitchFamily="49"/>
            </a:endParaRPr>
          </a:p>
          <a:p>
            <a:pPr lvl="0">
              <a:buFont typeface="Courier New" pitchFamily="49"/>
              <a:buChar char="_"/>
            </a:pPr>
            <a:endParaRPr lang="nl-NL" dirty="0">
              <a:solidFill>
                <a:srgbClr val="00FF00"/>
              </a:solidFill>
              <a:latin typeface="Courier New" pitchFamily="49"/>
              <a:cs typeface="Courier New" pitchFamily="49"/>
            </a:endParaRPr>
          </a:p>
        </p:txBody>
      </p:sp>
      <p:sp>
        <p:nvSpPr>
          <p:cNvPr id="5" name="Oval 4">
            <a:extLst>
              <a:ext uri="{FF2B5EF4-FFF2-40B4-BE49-F238E27FC236}">
                <a16:creationId xmlns:a16="http://schemas.microsoft.com/office/drawing/2014/main" id="{BE2CCB37-47DE-42AC-9918-887601F170D3}"/>
              </a:ext>
            </a:extLst>
          </p:cNvPr>
          <p:cNvSpPr/>
          <p:nvPr/>
        </p:nvSpPr>
        <p:spPr>
          <a:xfrm flipV="1">
            <a:off x="2209799" y="2530105"/>
            <a:ext cx="2466975" cy="355970"/>
          </a:xfrm>
          <a:prstGeom prst="ellipse">
            <a:avLst/>
          </a:prstGeom>
          <a:noFill/>
          <a:ln w="38100">
            <a:solidFill>
              <a:srgbClr val="00FF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nl-NL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5" grpId="0" animBg="1"/>
    </p:bldLst>
  </p:timing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Afbeelding 6">
            <a:extLst>
              <a:ext uri="{FF2B5EF4-FFF2-40B4-BE49-F238E27FC236}">
                <a16:creationId xmlns:a16="http://schemas.microsoft.com/office/drawing/2014/main" id="{5097B228-9FA2-9F3B-98F4-FFD4B2C7282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76300" y="1463137"/>
            <a:ext cx="7439214" cy="2470688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F90058B7-80F4-4C70-9BC2-22C1D67B2E9A}"/>
              </a:ext>
            </a:extLst>
          </p:cNvPr>
          <p:cNvSpPr txBox="1">
            <a:spLocks noGrp="1"/>
          </p:cNvSpPr>
          <p:nvPr>
            <p:ph type="title"/>
          </p:nvPr>
        </p:nvSpPr>
        <p:spPr/>
        <p:txBody>
          <a:bodyPr/>
          <a:lstStyle/>
          <a:p>
            <a:pPr lvl="0"/>
            <a:r>
              <a:rPr lang="nl-NL">
                <a:solidFill>
                  <a:srgbClr val="00FF00"/>
                </a:solidFill>
                <a:latin typeface="Courier New" pitchFamily="49"/>
                <a:cs typeface="Courier New" pitchFamily="49"/>
              </a:rPr>
              <a:t>Example: timeout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7C61317-DB2C-460D-8C7D-CB95FB85FD83}"/>
              </a:ext>
            </a:extLst>
          </p:cNvPr>
          <p:cNvSpPr txBox="1">
            <a:spLocks noGrp="1"/>
          </p:cNvSpPr>
          <p:nvPr>
            <p:ph idx="1"/>
          </p:nvPr>
        </p:nvSpPr>
        <p:spPr>
          <a:xfrm>
            <a:off x="838202" y="1825627"/>
            <a:ext cx="11353797" cy="4927601"/>
          </a:xfrm>
        </p:spPr>
        <p:txBody>
          <a:bodyPr/>
          <a:lstStyle/>
          <a:p>
            <a:pPr lvl="0">
              <a:lnSpc>
                <a:spcPct val="80000"/>
              </a:lnSpc>
              <a:buFont typeface="Courier New" pitchFamily="49"/>
              <a:buChar char="_"/>
            </a:pPr>
            <a:endParaRPr lang="nl-NL" dirty="0">
              <a:solidFill>
                <a:srgbClr val="00FF00"/>
              </a:solidFill>
              <a:latin typeface="Courier New" pitchFamily="49"/>
              <a:cs typeface="Courier New" pitchFamily="49"/>
            </a:endParaRPr>
          </a:p>
          <a:p>
            <a:pPr lvl="0">
              <a:lnSpc>
                <a:spcPct val="80000"/>
              </a:lnSpc>
              <a:buFont typeface="Courier New" pitchFamily="49"/>
              <a:buChar char="_"/>
            </a:pPr>
            <a:endParaRPr lang="nl-NL" dirty="0">
              <a:solidFill>
                <a:srgbClr val="00FF00"/>
              </a:solidFill>
              <a:latin typeface="Courier New" pitchFamily="49"/>
              <a:cs typeface="Courier New" pitchFamily="49"/>
            </a:endParaRPr>
          </a:p>
          <a:p>
            <a:pPr lvl="0">
              <a:lnSpc>
                <a:spcPct val="80000"/>
              </a:lnSpc>
              <a:buFont typeface="Courier New" pitchFamily="49"/>
              <a:buChar char="_"/>
            </a:pPr>
            <a:endParaRPr lang="nl-NL" dirty="0">
              <a:solidFill>
                <a:srgbClr val="00FF00"/>
              </a:solidFill>
              <a:latin typeface="Courier New" pitchFamily="49"/>
              <a:cs typeface="Courier New" pitchFamily="49"/>
            </a:endParaRPr>
          </a:p>
          <a:p>
            <a:pPr lvl="0">
              <a:lnSpc>
                <a:spcPct val="80000"/>
              </a:lnSpc>
              <a:buFont typeface="Courier New" pitchFamily="49"/>
              <a:buChar char="_"/>
            </a:pPr>
            <a:endParaRPr lang="nl-NL" dirty="0">
              <a:solidFill>
                <a:srgbClr val="00FF00"/>
              </a:solidFill>
              <a:latin typeface="Courier New" pitchFamily="49"/>
              <a:cs typeface="Courier New" pitchFamily="49"/>
            </a:endParaRPr>
          </a:p>
          <a:p>
            <a:pPr lvl="0">
              <a:lnSpc>
                <a:spcPct val="80000"/>
              </a:lnSpc>
              <a:buFont typeface="Courier New" pitchFamily="49"/>
              <a:buChar char="_"/>
            </a:pPr>
            <a:endParaRPr lang="nl-NL" dirty="0">
              <a:solidFill>
                <a:srgbClr val="00FF00"/>
              </a:solidFill>
              <a:latin typeface="Courier New" pitchFamily="49"/>
              <a:cs typeface="Courier New" pitchFamily="49"/>
            </a:endParaRPr>
          </a:p>
          <a:p>
            <a:pPr lvl="0">
              <a:lnSpc>
                <a:spcPct val="80000"/>
              </a:lnSpc>
              <a:buFont typeface="Courier New" pitchFamily="49"/>
              <a:buChar char="_"/>
            </a:pPr>
            <a:r>
              <a:rPr lang="nl-NL" dirty="0">
                <a:solidFill>
                  <a:srgbClr val="00FF00"/>
                </a:solidFill>
                <a:latin typeface="Courier New" pitchFamily="49"/>
                <a:cs typeface="Courier New" pitchFamily="49"/>
              </a:rPr>
              <a:t>Random delay </a:t>
            </a:r>
            <a:r>
              <a:rPr lang="nl-NL" dirty="0" err="1">
                <a:solidFill>
                  <a:srgbClr val="00FF00"/>
                </a:solidFill>
                <a:latin typeface="Courier New" pitchFamily="49"/>
                <a:cs typeface="Courier New" pitchFamily="49"/>
              </a:rPr>
              <a:t>can</a:t>
            </a:r>
            <a:r>
              <a:rPr lang="nl-NL" dirty="0">
                <a:solidFill>
                  <a:srgbClr val="00FF00"/>
                </a:solidFill>
                <a:latin typeface="Courier New" pitchFamily="49"/>
                <a:cs typeface="Courier New" pitchFamily="49"/>
              </a:rPr>
              <a:t> </a:t>
            </a:r>
            <a:r>
              <a:rPr lang="nl-NL" dirty="0" err="1">
                <a:solidFill>
                  <a:srgbClr val="00FF00"/>
                </a:solidFill>
                <a:latin typeface="Courier New" pitchFamily="49"/>
                <a:cs typeface="Courier New" pitchFamily="49"/>
              </a:rPr>
              <a:t>also</a:t>
            </a:r>
            <a:r>
              <a:rPr lang="nl-NL" dirty="0">
                <a:solidFill>
                  <a:srgbClr val="00FF00"/>
                </a:solidFill>
                <a:latin typeface="Courier New" pitchFamily="49"/>
                <a:cs typeface="Courier New" pitchFamily="49"/>
              </a:rPr>
              <a:t> </a:t>
            </a:r>
            <a:r>
              <a:rPr lang="nl-NL" dirty="0" err="1">
                <a:solidFill>
                  <a:srgbClr val="00FF00"/>
                </a:solidFill>
                <a:latin typeface="Courier New" pitchFamily="49"/>
                <a:cs typeface="Courier New" pitchFamily="49"/>
              </a:rPr>
              <a:t>be</a:t>
            </a:r>
            <a:r>
              <a:rPr lang="nl-NL" dirty="0">
                <a:solidFill>
                  <a:srgbClr val="00FF00"/>
                </a:solidFill>
                <a:latin typeface="Courier New" pitchFamily="49"/>
                <a:cs typeface="Courier New" pitchFamily="49"/>
              </a:rPr>
              <a:t> </a:t>
            </a:r>
            <a:r>
              <a:rPr lang="nl-NL" dirty="0" err="1">
                <a:solidFill>
                  <a:srgbClr val="00FF00"/>
                </a:solidFill>
                <a:latin typeface="Courier New" pitchFamily="49"/>
                <a:cs typeface="Courier New" pitchFamily="49"/>
              </a:rPr>
              <a:t>used</a:t>
            </a:r>
            <a:endParaRPr lang="nl-NL" dirty="0">
              <a:solidFill>
                <a:srgbClr val="00FF00"/>
              </a:solidFill>
              <a:latin typeface="Courier New" pitchFamily="49"/>
              <a:cs typeface="Courier New" pitchFamily="49"/>
            </a:endParaRPr>
          </a:p>
          <a:p>
            <a:pPr lvl="1">
              <a:lnSpc>
                <a:spcPct val="80000"/>
              </a:lnSpc>
              <a:buFont typeface="Courier New" pitchFamily="49"/>
              <a:buChar char="_"/>
            </a:pPr>
            <a:r>
              <a:rPr lang="nl-NL" dirty="0">
                <a:solidFill>
                  <a:srgbClr val="00FF00"/>
                </a:solidFill>
                <a:latin typeface="Courier New" pitchFamily="49"/>
                <a:cs typeface="Courier New" pitchFamily="49"/>
              </a:rPr>
              <a:t>Uniform</a:t>
            </a:r>
            <a:r>
              <a:rPr lang="nl-NL">
                <a:solidFill>
                  <a:srgbClr val="00FF00"/>
                </a:solidFill>
                <a:latin typeface="Courier New" pitchFamily="49"/>
                <a:cs typeface="Courier New" pitchFamily="49"/>
              </a:rPr>
              <a:t>, lognormal distribution</a:t>
            </a:r>
            <a:endParaRPr lang="nl-NL" dirty="0">
              <a:solidFill>
                <a:srgbClr val="00FF00"/>
              </a:solidFill>
              <a:latin typeface="Courier New" pitchFamily="49"/>
              <a:cs typeface="Courier New" pitchFamily="49"/>
            </a:endParaRPr>
          </a:p>
          <a:p>
            <a:pPr lvl="0">
              <a:lnSpc>
                <a:spcPct val="80000"/>
              </a:lnSpc>
              <a:buFont typeface="Courier New" pitchFamily="49"/>
              <a:buChar char="_"/>
            </a:pPr>
            <a:endParaRPr lang="nl-NL" dirty="0">
              <a:solidFill>
                <a:srgbClr val="00FF00"/>
              </a:solidFill>
              <a:latin typeface="Courier New" pitchFamily="49"/>
              <a:cs typeface="Courier New" pitchFamily="49"/>
            </a:endParaRPr>
          </a:p>
          <a:p>
            <a:pPr lvl="0">
              <a:lnSpc>
                <a:spcPct val="80000"/>
              </a:lnSpc>
              <a:buFont typeface="Courier New" pitchFamily="49"/>
              <a:buChar char="_"/>
            </a:pPr>
            <a:r>
              <a:rPr lang="nl-NL" dirty="0" err="1">
                <a:solidFill>
                  <a:srgbClr val="00FF00"/>
                </a:solidFill>
                <a:latin typeface="Courier New" pitchFamily="49"/>
                <a:cs typeface="Courier New" pitchFamily="49"/>
              </a:rPr>
              <a:t>Can</a:t>
            </a:r>
            <a:r>
              <a:rPr lang="nl-NL" dirty="0">
                <a:solidFill>
                  <a:srgbClr val="00FF00"/>
                </a:solidFill>
                <a:latin typeface="Courier New" pitchFamily="49"/>
                <a:cs typeface="Courier New" pitchFamily="49"/>
              </a:rPr>
              <a:t> </a:t>
            </a:r>
            <a:r>
              <a:rPr lang="nl-NL" dirty="0" err="1">
                <a:solidFill>
                  <a:srgbClr val="00FF00"/>
                </a:solidFill>
                <a:latin typeface="Courier New" pitchFamily="49"/>
                <a:cs typeface="Courier New" pitchFamily="49"/>
              </a:rPr>
              <a:t>be</a:t>
            </a:r>
            <a:r>
              <a:rPr lang="nl-NL" dirty="0">
                <a:solidFill>
                  <a:srgbClr val="00FF00"/>
                </a:solidFill>
                <a:latin typeface="Courier New" pitchFamily="49"/>
                <a:cs typeface="Courier New" pitchFamily="49"/>
              </a:rPr>
              <a:t> </a:t>
            </a:r>
            <a:r>
              <a:rPr lang="nl-NL" dirty="0" err="1">
                <a:solidFill>
                  <a:srgbClr val="00FF00"/>
                </a:solidFill>
                <a:latin typeface="Courier New" pitchFamily="49"/>
                <a:cs typeface="Courier New" pitchFamily="49"/>
              </a:rPr>
              <a:t>configured</a:t>
            </a:r>
            <a:r>
              <a:rPr lang="nl-NL" dirty="0">
                <a:solidFill>
                  <a:srgbClr val="00FF00"/>
                </a:solidFill>
                <a:latin typeface="Courier New" pitchFamily="49"/>
                <a:cs typeface="Courier New" pitchFamily="49"/>
              </a:rPr>
              <a:t> on a per-</a:t>
            </a:r>
            <a:r>
              <a:rPr lang="nl-NL" dirty="0" err="1">
                <a:solidFill>
                  <a:srgbClr val="00FF00"/>
                </a:solidFill>
                <a:latin typeface="Courier New" pitchFamily="49"/>
                <a:cs typeface="Courier New" pitchFamily="49"/>
              </a:rPr>
              <a:t>stub</a:t>
            </a:r>
            <a:r>
              <a:rPr lang="nl-NL" dirty="0">
                <a:solidFill>
                  <a:srgbClr val="00FF00"/>
                </a:solidFill>
                <a:latin typeface="Courier New" pitchFamily="49"/>
                <a:cs typeface="Courier New" pitchFamily="49"/>
              </a:rPr>
              <a:t> basis as well as </a:t>
            </a:r>
            <a:r>
              <a:rPr lang="nl-NL" dirty="0" err="1">
                <a:solidFill>
                  <a:srgbClr val="00FF00"/>
                </a:solidFill>
                <a:latin typeface="Courier New" pitchFamily="49"/>
                <a:cs typeface="Courier New" pitchFamily="49"/>
              </a:rPr>
              <a:t>globally</a:t>
            </a:r>
            <a:endParaRPr lang="nl-NL" dirty="0">
              <a:solidFill>
                <a:srgbClr val="00FF00"/>
              </a:solidFill>
              <a:latin typeface="Courier New" pitchFamily="49"/>
              <a:cs typeface="Courier New" pitchFamily="49"/>
            </a:endParaRPr>
          </a:p>
          <a:p>
            <a:pPr lvl="0">
              <a:lnSpc>
                <a:spcPct val="80000"/>
              </a:lnSpc>
              <a:buFont typeface="Courier New" pitchFamily="49"/>
              <a:buChar char="_"/>
            </a:pPr>
            <a:endParaRPr lang="nl-NL" dirty="0">
              <a:solidFill>
                <a:srgbClr val="00FF00"/>
              </a:solidFill>
              <a:latin typeface="Courier New" pitchFamily="49"/>
              <a:cs typeface="Courier New" pitchFamily="49"/>
            </a:endParaRPr>
          </a:p>
          <a:p>
            <a:pPr lvl="0">
              <a:lnSpc>
                <a:spcPct val="80000"/>
              </a:lnSpc>
              <a:buFont typeface="Courier New" pitchFamily="49"/>
              <a:buChar char="_"/>
            </a:pPr>
            <a:endParaRPr lang="nl-NL" dirty="0">
              <a:solidFill>
                <a:srgbClr val="00FF00"/>
              </a:solidFill>
              <a:latin typeface="Courier New" pitchFamily="49"/>
              <a:cs typeface="Courier New" pitchFamily="49"/>
            </a:endParaRPr>
          </a:p>
          <a:p>
            <a:pPr lvl="0">
              <a:lnSpc>
                <a:spcPct val="80000"/>
              </a:lnSpc>
              <a:buFont typeface="Courier New" pitchFamily="49"/>
              <a:buChar char="_"/>
            </a:pPr>
            <a:endParaRPr lang="nl-NL" dirty="0">
              <a:solidFill>
                <a:srgbClr val="00FF00"/>
              </a:solidFill>
              <a:latin typeface="Courier New" pitchFamily="49"/>
              <a:cs typeface="Courier New" pitchFamily="49"/>
            </a:endParaRPr>
          </a:p>
          <a:p>
            <a:pPr lvl="0">
              <a:lnSpc>
                <a:spcPct val="80000"/>
              </a:lnSpc>
              <a:buFont typeface="Courier New" pitchFamily="49"/>
              <a:buChar char="_"/>
            </a:pPr>
            <a:endParaRPr lang="nl-NL" dirty="0">
              <a:solidFill>
                <a:srgbClr val="00FF00"/>
              </a:solidFill>
              <a:latin typeface="Courier New" pitchFamily="49"/>
              <a:cs typeface="Courier New" pitchFamily="49"/>
            </a:endParaRPr>
          </a:p>
          <a:p>
            <a:pPr lvl="0">
              <a:lnSpc>
                <a:spcPct val="80000"/>
              </a:lnSpc>
              <a:buFont typeface="Courier New" pitchFamily="49"/>
              <a:buChar char="_"/>
            </a:pPr>
            <a:endParaRPr lang="nl-NL" dirty="0">
              <a:solidFill>
                <a:srgbClr val="00FF00"/>
              </a:solidFill>
              <a:latin typeface="Courier New" pitchFamily="49"/>
              <a:cs typeface="Courier New" pitchFamily="49"/>
            </a:endParaRPr>
          </a:p>
        </p:txBody>
      </p:sp>
      <p:sp>
        <p:nvSpPr>
          <p:cNvPr id="5" name="Oval 4">
            <a:extLst>
              <a:ext uri="{FF2B5EF4-FFF2-40B4-BE49-F238E27FC236}">
                <a16:creationId xmlns:a16="http://schemas.microsoft.com/office/drawing/2014/main" id="{A530CD03-3C4F-4CEB-8E7A-E220B6BAD711}"/>
              </a:ext>
            </a:extLst>
          </p:cNvPr>
          <p:cNvSpPr/>
          <p:nvPr/>
        </p:nvSpPr>
        <p:spPr>
          <a:xfrm flipV="1">
            <a:off x="2580964" y="2824671"/>
            <a:ext cx="3629335" cy="436748"/>
          </a:xfrm>
          <a:prstGeom prst="ellipse">
            <a:avLst/>
          </a:prstGeom>
          <a:noFill/>
          <a:ln w="38100">
            <a:solidFill>
              <a:srgbClr val="00FF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nl-NL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  <p:bldP spid="5" grpId="0" animBg="1"/>
    </p:bldLst>
  </p:timing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Afbeelding 6">
            <a:extLst>
              <a:ext uri="{FF2B5EF4-FFF2-40B4-BE49-F238E27FC236}">
                <a16:creationId xmlns:a16="http://schemas.microsoft.com/office/drawing/2014/main" id="{1CD83CD1-78F4-1428-242F-54FAA011119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8197" y="1485642"/>
            <a:ext cx="7915278" cy="2358858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2533E8A6-631F-42C1-A468-436CC60BE397}"/>
              </a:ext>
            </a:extLst>
          </p:cNvPr>
          <p:cNvSpPr txBox="1">
            <a:spLocks noGrp="1"/>
          </p:cNvSpPr>
          <p:nvPr>
            <p:ph type="title"/>
          </p:nvPr>
        </p:nvSpPr>
        <p:spPr/>
        <p:txBody>
          <a:bodyPr/>
          <a:lstStyle/>
          <a:p>
            <a:pPr lvl="0"/>
            <a:r>
              <a:rPr lang="nl-NL">
                <a:solidFill>
                  <a:srgbClr val="00FF00"/>
                </a:solidFill>
                <a:latin typeface="Courier New" pitchFamily="49"/>
                <a:cs typeface="Courier New" pitchFamily="49"/>
              </a:rPr>
              <a:t>Example: bad response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1ACB18C-ED94-433F-82A9-596AD6B6F905}"/>
              </a:ext>
            </a:extLst>
          </p:cNvPr>
          <p:cNvSpPr txBox="1">
            <a:spLocks noGrp="1"/>
          </p:cNvSpPr>
          <p:nvPr>
            <p:ph idx="1"/>
          </p:nvPr>
        </p:nvSpPr>
        <p:spPr>
          <a:xfrm>
            <a:off x="838203" y="1825626"/>
            <a:ext cx="11230157" cy="4803773"/>
          </a:xfrm>
        </p:spPr>
        <p:txBody>
          <a:bodyPr>
            <a:normAutofit/>
          </a:bodyPr>
          <a:lstStyle/>
          <a:p>
            <a:pPr lvl="0">
              <a:buFont typeface="Courier New" pitchFamily="49"/>
              <a:buChar char="_"/>
            </a:pPr>
            <a:endParaRPr lang="nl-NL" dirty="0">
              <a:solidFill>
                <a:srgbClr val="00FF00"/>
              </a:solidFill>
              <a:latin typeface="Courier New" pitchFamily="49"/>
              <a:cs typeface="Courier New" pitchFamily="49"/>
            </a:endParaRPr>
          </a:p>
          <a:p>
            <a:pPr lvl="0">
              <a:buFont typeface="Courier New" pitchFamily="49"/>
              <a:buChar char="_"/>
            </a:pPr>
            <a:endParaRPr lang="nl-NL" dirty="0">
              <a:solidFill>
                <a:srgbClr val="00FF00"/>
              </a:solidFill>
              <a:latin typeface="Courier New" pitchFamily="49"/>
              <a:cs typeface="Courier New" pitchFamily="49"/>
            </a:endParaRPr>
          </a:p>
          <a:p>
            <a:pPr lvl="0">
              <a:buFont typeface="Courier New" pitchFamily="49"/>
              <a:buChar char="_"/>
            </a:pPr>
            <a:endParaRPr lang="nl-NL" dirty="0">
              <a:solidFill>
                <a:srgbClr val="00FF00"/>
              </a:solidFill>
              <a:latin typeface="Courier New" pitchFamily="49"/>
              <a:cs typeface="Courier New" pitchFamily="49"/>
            </a:endParaRPr>
          </a:p>
          <a:p>
            <a:pPr lvl="0">
              <a:buFont typeface="Courier New" pitchFamily="49"/>
              <a:buChar char="_"/>
            </a:pPr>
            <a:endParaRPr lang="nl-NL" dirty="0">
              <a:solidFill>
                <a:srgbClr val="00FF00"/>
              </a:solidFill>
              <a:latin typeface="Courier New" pitchFamily="49"/>
              <a:cs typeface="Courier New" pitchFamily="49"/>
            </a:endParaRPr>
          </a:p>
          <a:p>
            <a:pPr lvl="0">
              <a:buFont typeface="Courier New" pitchFamily="49"/>
              <a:buChar char="_"/>
            </a:pPr>
            <a:r>
              <a:rPr lang="nl-NL" dirty="0">
                <a:solidFill>
                  <a:srgbClr val="00FF00"/>
                </a:solidFill>
                <a:latin typeface="Courier New" pitchFamily="49"/>
                <a:cs typeface="Courier New" pitchFamily="49"/>
              </a:rPr>
              <a:t>HTTP status code 200, but </a:t>
            </a:r>
            <a:r>
              <a:rPr lang="nl-NL" dirty="0" err="1">
                <a:solidFill>
                  <a:srgbClr val="00FF00"/>
                </a:solidFill>
                <a:latin typeface="Courier New" pitchFamily="49"/>
                <a:cs typeface="Courier New" pitchFamily="49"/>
              </a:rPr>
              <a:t>garbage</a:t>
            </a:r>
            <a:r>
              <a:rPr lang="nl-NL" dirty="0">
                <a:solidFill>
                  <a:srgbClr val="00FF00"/>
                </a:solidFill>
                <a:latin typeface="Courier New" pitchFamily="49"/>
                <a:cs typeface="Courier New" pitchFamily="49"/>
              </a:rPr>
              <a:t> in response body</a:t>
            </a:r>
          </a:p>
          <a:p>
            <a:pPr lvl="0">
              <a:buFont typeface="Courier New" pitchFamily="49"/>
              <a:buChar char="_"/>
            </a:pPr>
            <a:endParaRPr lang="nl-NL" dirty="0">
              <a:solidFill>
                <a:srgbClr val="00FF00"/>
              </a:solidFill>
              <a:latin typeface="Courier New" pitchFamily="49"/>
              <a:cs typeface="Courier New" pitchFamily="49"/>
            </a:endParaRPr>
          </a:p>
          <a:p>
            <a:pPr lvl="0">
              <a:buFont typeface="Courier New" pitchFamily="49"/>
              <a:buChar char="_"/>
            </a:pPr>
            <a:r>
              <a:rPr lang="nl-NL" dirty="0" err="1">
                <a:solidFill>
                  <a:srgbClr val="00FF00"/>
                </a:solidFill>
                <a:latin typeface="Courier New" pitchFamily="49"/>
                <a:cs typeface="Courier New" pitchFamily="49"/>
              </a:rPr>
              <a:t>Other</a:t>
            </a:r>
            <a:r>
              <a:rPr lang="nl-NL" dirty="0">
                <a:solidFill>
                  <a:srgbClr val="00FF00"/>
                </a:solidFill>
                <a:latin typeface="Courier New" pitchFamily="49"/>
                <a:cs typeface="Courier New" pitchFamily="49"/>
              </a:rPr>
              <a:t> options:</a:t>
            </a:r>
          </a:p>
          <a:p>
            <a:pPr lvl="1">
              <a:buFont typeface="Courier New" pitchFamily="49"/>
              <a:buChar char="_"/>
            </a:pPr>
            <a:r>
              <a:rPr lang="nl-NL" dirty="0">
                <a:solidFill>
                  <a:srgbClr val="00FF00"/>
                </a:solidFill>
                <a:latin typeface="Courier New" pitchFamily="49"/>
                <a:cs typeface="Courier New" pitchFamily="49"/>
              </a:rPr>
              <a:t>RANDOM_DATA_THEN_CLOSE (as </a:t>
            </a:r>
            <a:r>
              <a:rPr lang="nl-NL" dirty="0" err="1">
                <a:solidFill>
                  <a:srgbClr val="00FF00"/>
                </a:solidFill>
                <a:latin typeface="Courier New" pitchFamily="49"/>
                <a:cs typeface="Courier New" pitchFamily="49"/>
              </a:rPr>
              <a:t>above</a:t>
            </a:r>
            <a:r>
              <a:rPr lang="nl-NL" dirty="0">
                <a:solidFill>
                  <a:srgbClr val="00FF00"/>
                </a:solidFill>
                <a:latin typeface="Courier New" pitchFamily="49"/>
                <a:cs typeface="Courier New" pitchFamily="49"/>
              </a:rPr>
              <a:t>, without HTTP 200)</a:t>
            </a:r>
          </a:p>
          <a:p>
            <a:pPr lvl="1">
              <a:buFont typeface="Courier New" pitchFamily="49"/>
              <a:buChar char="_"/>
            </a:pPr>
            <a:r>
              <a:rPr lang="nl-NL" dirty="0">
                <a:solidFill>
                  <a:srgbClr val="00FF00"/>
                </a:solidFill>
                <a:latin typeface="Courier New" pitchFamily="49"/>
                <a:cs typeface="Courier New" pitchFamily="49"/>
              </a:rPr>
              <a:t>EMPTY_RESPONSE (does </a:t>
            </a:r>
            <a:r>
              <a:rPr lang="nl-NL" dirty="0" err="1">
                <a:solidFill>
                  <a:srgbClr val="00FF00"/>
                </a:solidFill>
                <a:latin typeface="Courier New" pitchFamily="49"/>
                <a:cs typeface="Courier New" pitchFamily="49"/>
              </a:rPr>
              <a:t>what</a:t>
            </a:r>
            <a:r>
              <a:rPr lang="nl-NL" dirty="0">
                <a:solidFill>
                  <a:srgbClr val="00FF00"/>
                </a:solidFill>
                <a:latin typeface="Courier New" pitchFamily="49"/>
                <a:cs typeface="Courier New" pitchFamily="49"/>
              </a:rPr>
              <a:t> </a:t>
            </a:r>
            <a:r>
              <a:rPr lang="nl-NL" dirty="0" err="1">
                <a:solidFill>
                  <a:srgbClr val="00FF00"/>
                </a:solidFill>
                <a:latin typeface="Courier New" pitchFamily="49"/>
                <a:cs typeface="Courier New" pitchFamily="49"/>
              </a:rPr>
              <a:t>it</a:t>
            </a:r>
            <a:r>
              <a:rPr lang="nl-NL" dirty="0">
                <a:solidFill>
                  <a:srgbClr val="00FF00"/>
                </a:solidFill>
                <a:latin typeface="Courier New" pitchFamily="49"/>
                <a:cs typeface="Courier New" pitchFamily="49"/>
              </a:rPr>
              <a:t> </a:t>
            </a:r>
            <a:r>
              <a:rPr lang="nl-NL" dirty="0" err="1">
                <a:solidFill>
                  <a:srgbClr val="00FF00"/>
                </a:solidFill>
                <a:latin typeface="Courier New" pitchFamily="49"/>
                <a:cs typeface="Courier New" pitchFamily="49"/>
              </a:rPr>
              <a:t>says</a:t>
            </a:r>
            <a:r>
              <a:rPr lang="nl-NL" dirty="0">
                <a:solidFill>
                  <a:srgbClr val="00FF00"/>
                </a:solidFill>
                <a:latin typeface="Courier New" pitchFamily="49"/>
                <a:cs typeface="Courier New" pitchFamily="49"/>
              </a:rPr>
              <a:t> on </a:t>
            </a:r>
            <a:r>
              <a:rPr lang="nl-NL" dirty="0" err="1">
                <a:solidFill>
                  <a:srgbClr val="00FF00"/>
                </a:solidFill>
                <a:latin typeface="Courier New" pitchFamily="49"/>
                <a:cs typeface="Courier New" pitchFamily="49"/>
              </a:rPr>
              <a:t>the</a:t>
            </a:r>
            <a:r>
              <a:rPr lang="nl-NL" dirty="0">
                <a:solidFill>
                  <a:srgbClr val="00FF00"/>
                </a:solidFill>
                <a:latin typeface="Courier New" pitchFamily="49"/>
                <a:cs typeface="Courier New" pitchFamily="49"/>
              </a:rPr>
              <a:t> tin)</a:t>
            </a:r>
          </a:p>
          <a:p>
            <a:pPr lvl="1">
              <a:buFont typeface="Courier New" pitchFamily="49"/>
              <a:buChar char="_"/>
            </a:pPr>
            <a:r>
              <a:rPr lang="nl-NL" dirty="0">
                <a:solidFill>
                  <a:srgbClr val="00FF00"/>
                </a:solidFill>
                <a:latin typeface="Courier New" pitchFamily="49"/>
                <a:cs typeface="Courier New" pitchFamily="49"/>
              </a:rPr>
              <a:t>CONNECTION_RESET_BY_PEER (close </a:t>
            </a:r>
            <a:r>
              <a:rPr lang="nl-NL" dirty="0" err="1">
                <a:solidFill>
                  <a:srgbClr val="00FF00"/>
                </a:solidFill>
                <a:latin typeface="Courier New" pitchFamily="49"/>
                <a:cs typeface="Courier New" pitchFamily="49"/>
              </a:rPr>
              <a:t>connection</a:t>
            </a:r>
            <a:r>
              <a:rPr lang="nl-NL" dirty="0">
                <a:solidFill>
                  <a:srgbClr val="00FF00"/>
                </a:solidFill>
                <a:latin typeface="Courier New" pitchFamily="49"/>
                <a:cs typeface="Courier New" pitchFamily="49"/>
              </a:rPr>
              <a:t>, no response)</a:t>
            </a:r>
          </a:p>
          <a:p>
            <a:pPr lvl="0">
              <a:buFont typeface="Courier New" pitchFamily="49"/>
              <a:buChar char="_"/>
            </a:pPr>
            <a:endParaRPr lang="nl-NL" dirty="0">
              <a:solidFill>
                <a:srgbClr val="00FF00"/>
              </a:solidFill>
              <a:latin typeface="Courier New" pitchFamily="49"/>
              <a:cs typeface="Courier New" pitchFamily="49"/>
            </a:endParaRPr>
          </a:p>
          <a:p>
            <a:pPr lvl="0">
              <a:buFont typeface="Courier New" pitchFamily="49"/>
              <a:buChar char="_"/>
            </a:pPr>
            <a:endParaRPr lang="nl-NL" dirty="0">
              <a:solidFill>
                <a:srgbClr val="00FF00"/>
              </a:solidFill>
              <a:latin typeface="Courier New" pitchFamily="49"/>
              <a:cs typeface="Courier New" pitchFamily="49"/>
            </a:endParaRPr>
          </a:p>
          <a:p>
            <a:pPr lvl="0">
              <a:buFont typeface="Courier New" pitchFamily="49"/>
              <a:buChar char="_"/>
            </a:pPr>
            <a:endParaRPr lang="nl-NL" dirty="0">
              <a:solidFill>
                <a:srgbClr val="00FF00"/>
              </a:solidFill>
              <a:latin typeface="Courier New" pitchFamily="49"/>
              <a:cs typeface="Courier New" pitchFamily="49"/>
            </a:endParaRPr>
          </a:p>
          <a:p>
            <a:pPr lvl="0">
              <a:buFont typeface="Courier New" pitchFamily="49"/>
              <a:buChar char="_"/>
            </a:pPr>
            <a:endParaRPr lang="nl-NL" dirty="0">
              <a:solidFill>
                <a:srgbClr val="00FF00"/>
              </a:solidFill>
              <a:latin typeface="Courier New" pitchFamily="49"/>
              <a:cs typeface="Courier New" pitchFamily="49"/>
            </a:endParaRPr>
          </a:p>
          <a:p>
            <a:pPr lvl="0">
              <a:buFont typeface="Courier New" pitchFamily="49"/>
              <a:buChar char="_"/>
            </a:pPr>
            <a:endParaRPr lang="nl-NL" dirty="0">
              <a:solidFill>
                <a:srgbClr val="00FF00"/>
              </a:solidFill>
              <a:latin typeface="Courier New" pitchFamily="49"/>
              <a:cs typeface="Courier New" pitchFamily="49"/>
            </a:endParaRPr>
          </a:p>
        </p:txBody>
      </p:sp>
      <p:sp>
        <p:nvSpPr>
          <p:cNvPr id="5" name="Oval 4">
            <a:extLst>
              <a:ext uri="{FF2B5EF4-FFF2-40B4-BE49-F238E27FC236}">
                <a16:creationId xmlns:a16="http://schemas.microsoft.com/office/drawing/2014/main" id="{8D491272-9A84-4337-A595-BC6C2FD42FFF}"/>
              </a:ext>
            </a:extLst>
          </p:cNvPr>
          <p:cNvSpPr/>
          <p:nvPr/>
        </p:nvSpPr>
        <p:spPr>
          <a:xfrm flipV="1">
            <a:off x="2351098" y="2775759"/>
            <a:ext cx="6669077" cy="457166"/>
          </a:xfrm>
          <a:prstGeom prst="ellipse">
            <a:avLst/>
          </a:prstGeom>
          <a:noFill/>
          <a:ln w="38100">
            <a:solidFill>
              <a:srgbClr val="00FF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nl-NL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5" grpId="0" animBg="1"/>
    </p:bldLst>
  </p:timing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0B4D458-4D33-4286-AFEF-1B613A4DDEAA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838200" y="111129"/>
            <a:ext cx="10515600" cy="721991"/>
          </a:xfrm>
        </p:spPr>
        <p:txBody>
          <a:bodyPr/>
          <a:lstStyle/>
          <a:p>
            <a:pPr lvl="0"/>
            <a:r>
              <a:rPr lang="nl-NL">
                <a:solidFill>
                  <a:srgbClr val="00FF00"/>
                </a:solidFill>
                <a:latin typeface="Courier New" pitchFamily="49"/>
                <a:cs typeface="Courier New" pitchFamily="49"/>
              </a:rPr>
              <a:t>Now it’s your turn!</a:t>
            </a:r>
            <a:endParaRPr lang="nl-NL" dirty="0">
              <a:solidFill>
                <a:srgbClr val="00FF00"/>
              </a:solidFill>
              <a:latin typeface="Courier New" pitchFamily="49"/>
              <a:cs typeface="Courier New" pitchFamily="49"/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A05396D-29B9-41A6-9997-E363A9EA5C37}"/>
              </a:ext>
            </a:extLst>
          </p:cNvPr>
          <p:cNvSpPr txBox="1">
            <a:spLocks noGrp="1"/>
          </p:cNvSpPr>
          <p:nvPr>
            <p:ph idx="1"/>
          </p:nvPr>
        </p:nvSpPr>
        <p:spPr>
          <a:xfrm>
            <a:off x="838200" y="1307466"/>
            <a:ext cx="10977877" cy="5032373"/>
          </a:xfrm>
        </p:spPr>
        <p:txBody>
          <a:bodyPr>
            <a:normAutofit fontScale="92500" lnSpcReduction="10000"/>
          </a:bodyPr>
          <a:lstStyle/>
          <a:p>
            <a:pPr lvl="0">
              <a:buFont typeface="Courier New" pitchFamily="49"/>
              <a:buChar char="_"/>
            </a:pPr>
            <a:r>
              <a:rPr lang="nl-NL" dirty="0">
                <a:solidFill>
                  <a:srgbClr val="00FF00"/>
                </a:solidFill>
                <a:latin typeface="Courier New" pitchFamily="49"/>
                <a:cs typeface="Courier New" pitchFamily="49"/>
              </a:rPr>
              <a:t>exercises &gt; WireMockExercises2Test.java</a:t>
            </a:r>
          </a:p>
          <a:p>
            <a:pPr lvl="0">
              <a:buFont typeface="Courier New" pitchFamily="49"/>
              <a:buChar char="_"/>
            </a:pPr>
            <a:endParaRPr lang="nl-NL" dirty="0">
              <a:solidFill>
                <a:srgbClr val="00FF00"/>
              </a:solidFill>
              <a:latin typeface="Courier New" pitchFamily="49"/>
              <a:cs typeface="Courier New" pitchFamily="49"/>
            </a:endParaRPr>
          </a:p>
          <a:p>
            <a:pPr lvl="0">
              <a:buFont typeface="Courier New" pitchFamily="49"/>
              <a:buChar char="_"/>
            </a:pPr>
            <a:r>
              <a:rPr lang="nl-NL" dirty="0">
                <a:solidFill>
                  <a:srgbClr val="00FF00"/>
                </a:solidFill>
                <a:latin typeface="Courier New" pitchFamily="49"/>
                <a:cs typeface="Courier New" pitchFamily="49"/>
              </a:rPr>
              <a:t>Practice fault simulation and different request matching strategies</a:t>
            </a:r>
          </a:p>
          <a:p>
            <a:pPr lvl="1">
              <a:buFont typeface="Courier New" pitchFamily="49"/>
              <a:buChar char="_"/>
            </a:pPr>
            <a:r>
              <a:rPr lang="nl-NL" dirty="0">
                <a:solidFill>
                  <a:srgbClr val="00FF00"/>
                </a:solidFill>
                <a:latin typeface="Courier New" pitchFamily="49"/>
                <a:cs typeface="Courier New" pitchFamily="49"/>
              </a:rPr>
              <a:t>Implement the responses as described in the comments</a:t>
            </a:r>
          </a:p>
          <a:p>
            <a:pPr lvl="0">
              <a:buFont typeface="Courier New" pitchFamily="49"/>
              <a:buChar char="_"/>
            </a:pPr>
            <a:endParaRPr lang="nl-NL" dirty="0">
              <a:solidFill>
                <a:srgbClr val="00FF00"/>
              </a:solidFill>
              <a:latin typeface="Courier New" pitchFamily="49"/>
              <a:cs typeface="Courier New" pitchFamily="49"/>
            </a:endParaRPr>
          </a:p>
          <a:p>
            <a:pPr lvl="0">
              <a:buFont typeface="Courier New" pitchFamily="49"/>
              <a:buChar char="_"/>
            </a:pPr>
            <a:r>
              <a:rPr lang="nl-NL" dirty="0">
                <a:solidFill>
                  <a:srgbClr val="00FF00"/>
                </a:solidFill>
                <a:latin typeface="Courier New" pitchFamily="49"/>
                <a:cs typeface="Courier New" pitchFamily="49"/>
              </a:rPr>
              <a:t>Verify your solution by running the tests in the same file</a:t>
            </a:r>
          </a:p>
          <a:p>
            <a:pPr lvl="0">
              <a:buFont typeface="Courier New" pitchFamily="49"/>
              <a:buChar char="_"/>
            </a:pPr>
            <a:endParaRPr lang="nl-NL" dirty="0">
              <a:solidFill>
                <a:srgbClr val="00FF00"/>
              </a:solidFill>
              <a:latin typeface="Courier New" pitchFamily="49"/>
              <a:cs typeface="Courier New" pitchFamily="49"/>
            </a:endParaRPr>
          </a:p>
          <a:p>
            <a:pPr lvl="0">
              <a:buFont typeface="Courier New" pitchFamily="49"/>
              <a:buChar char="_"/>
            </a:pPr>
            <a:r>
              <a:rPr lang="nl-NL" dirty="0">
                <a:solidFill>
                  <a:srgbClr val="00FF00"/>
                </a:solidFill>
                <a:latin typeface="Courier New" pitchFamily="49"/>
                <a:cs typeface="Courier New" pitchFamily="49"/>
              </a:rPr>
              <a:t>Answers are in answers &gt; WireMockAnswers2Test.java</a:t>
            </a:r>
          </a:p>
          <a:p>
            <a:pPr lvl="0">
              <a:buFont typeface="Courier New" pitchFamily="49"/>
              <a:buChar char="_"/>
            </a:pPr>
            <a:endParaRPr lang="nl-NL" dirty="0">
              <a:solidFill>
                <a:srgbClr val="00FF00"/>
              </a:solidFill>
              <a:latin typeface="Courier New" pitchFamily="49"/>
              <a:cs typeface="Courier New" pitchFamily="49"/>
            </a:endParaRPr>
          </a:p>
          <a:p>
            <a:pPr lvl="0">
              <a:buFont typeface="Courier New" pitchFamily="49"/>
              <a:buChar char="_"/>
            </a:pPr>
            <a:r>
              <a:rPr lang="nl-NL" dirty="0">
                <a:solidFill>
                  <a:srgbClr val="00FF00"/>
                </a:solidFill>
                <a:latin typeface="Courier New" pitchFamily="49"/>
                <a:cs typeface="Courier New" pitchFamily="49"/>
              </a:rPr>
              <a:t>Examples are in examples &gt; WireMockExamples2Test.java</a:t>
            </a:r>
          </a:p>
          <a:p>
            <a:pPr lvl="0">
              <a:buFont typeface="Courier New" pitchFamily="49"/>
              <a:buChar char="_"/>
            </a:pPr>
            <a:endParaRPr lang="nl-NL" dirty="0">
              <a:solidFill>
                <a:srgbClr val="00FF00"/>
              </a:solidFill>
              <a:latin typeface="Courier New" pitchFamily="49"/>
              <a:cs typeface="Courier New" pitchFamily="49"/>
            </a:endParaRPr>
          </a:p>
          <a:p>
            <a:pPr lvl="0">
              <a:buFont typeface="Courier New" pitchFamily="49"/>
              <a:buChar char="_"/>
            </a:pPr>
            <a:endParaRPr lang="nl-NL" dirty="0">
              <a:solidFill>
                <a:srgbClr val="00FF00"/>
              </a:solidFill>
              <a:latin typeface="Courier New" pitchFamily="49"/>
              <a:cs typeface="Courier New" pitchFamily="49"/>
            </a:endParaRPr>
          </a:p>
          <a:p>
            <a:pPr lvl="0">
              <a:buFont typeface="Courier New" pitchFamily="49"/>
              <a:buChar char="_"/>
            </a:pPr>
            <a:endParaRPr lang="nl-NL" dirty="0">
              <a:solidFill>
                <a:srgbClr val="00FF00"/>
              </a:solidFill>
              <a:latin typeface="Courier New" pitchFamily="49"/>
              <a:cs typeface="Courier New" pitchFamily="49"/>
            </a:endParaRPr>
          </a:p>
          <a:p>
            <a:pPr lvl="0">
              <a:buFont typeface="Courier New" pitchFamily="49"/>
              <a:buChar char="_"/>
            </a:pPr>
            <a:endParaRPr lang="nl-NL" dirty="0">
              <a:solidFill>
                <a:srgbClr val="00FF00"/>
              </a:solidFill>
              <a:latin typeface="Courier New" pitchFamily="49"/>
              <a:cs typeface="Courier New" pitchFamily="49"/>
            </a:endParaRPr>
          </a:p>
          <a:p>
            <a:pPr lvl="0">
              <a:buFont typeface="Courier New" pitchFamily="49"/>
              <a:buChar char="_"/>
            </a:pPr>
            <a:endParaRPr lang="nl-NL" dirty="0">
              <a:solidFill>
                <a:srgbClr val="00FF00"/>
              </a:solidFill>
              <a:latin typeface="Courier New" pitchFamily="49"/>
              <a:cs typeface="Courier New" pitchFamily="49"/>
            </a:endParaRPr>
          </a:p>
        </p:txBody>
      </p:sp>
    </p:spTree>
    <p:extLst>
      <p:ext uri="{BB962C8B-B14F-4D97-AF65-F5344CB8AC3E}">
        <p14:creationId xmlns:p14="http://schemas.microsoft.com/office/powerpoint/2010/main" val="1834704763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" y="2267636"/>
            <a:ext cx="12191998" cy="2369662"/>
          </a:xfrm>
        </p:spPr>
        <p:txBody>
          <a:bodyPr>
            <a:noAutofit/>
          </a:bodyPr>
          <a:lstStyle/>
          <a:p>
            <a:pPr algn="ctr"/>
            <a:r>
              <a:rPr lang="nl-NL" sz="6500">
                <a:solidFill>
                  <a:srgbClr val="00FF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Section 3:</a:t>
            </a:r>
            <a:br>
              <a:rPr lang="nl-NL" sz="6500">
                <a:solidFill>
                  <a:srgbClr val="00FF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br>
              <a:rPr lang="nl-NL" sz="6500">
                <a:solidFill>
                  <a:srgbClr val="00FF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nl-NL" sz="6500">
                <a:solidFill>
                  <a:srgbClr val="00FF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Creating stateful mocks</a:t>
            </a:r>
            <a:endParaRPr lang="nl-NL" sz="6500" dirty="0">
              <a:solidFill>
                <a:srgbClr val="00FF00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286348827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85D9D1D-CF0E-444D-BF61-6E6E92619F56}"/>
              </a:ext>
            </a:extLst>
          </p:cNvPr>
          <p:cNvSpPr txBox="1">
            <a:spLocks noGrp="1"/>
          </p:cNvSpPr>
          <p:nvPr>
            <p:ph type="title"/>
          </p:nvPr>
        </p:nvSpPr>
        <p:spPr/>
        <p:txBody>
          <a:bodyPr/>
          <a:lstStyle/>
          <a:p>
            <a:pPr lvl="0"/>
            <a:r>
              <a:rPr lang="nl-NL">
                <a:solidFill>
                  <a:srgbClr val="00FF00"/>
                </a:solidFill>
                <a:latin typeface="Courier New" pitchFamily="49"/>
                <a:cs typeface="Courier New" pitchFamily="49"/>
              </a:rPr>
              <a:t>Statefulness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287466E-59AE-4FAE-B4E2-27D0E0D7A69F}"/>
              </a:ext>
            </a:extLst>
          </p:cNvPr>
          <p:cNvSpPr txBox="1"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lvl="0">
              <a:buFont typeface="Courier New" pitchFamily="49"/>
              <a:buChar char="_"/>
            </a:pPr>
            <a:r>
              <a:rPr lang="nl-NL">
                <a:solidFill>
                  <a:srgbClr val="00FF00"/>
                </a:solidFill>
                <a:latin typeface="Courier New" pitchFamily="49"/>
                <a:cs typeface="Courier New" pitchFamily="49"/>
              </a:rPr>
              <a:t>Sometimes, you want to simulate stateful behaviour</a:t>
            </a:r>
            <a:endParaRPr lang="nl-NL" dirty="0">
              <a:solidFill>
                <a:srgbClr val="00FF00"/>
              </a:solidFill>
              <a:latin typeface="Courier New" pitchFamily="49"/>
              <a:cs typeface="Courier New" pitchFamily="49"/>
            </a:endParaRPr>
          </a:p>
          <a:p>
            <a:pPr lvl="0">
              <a:buFont typeface="Courier New" pitchFamily="49"/>
              <a:buChar char="_"/>
            </a:pPr>
            <a:endParaRPr lang="nl-NL" dirty="0">
              <a:solidFill>
                <a:srgbClr val="00FF00"/>
              </a:solidFill>
              <a:latin typeface="Courier New" pitchFamily="49"/>
              <a:cs typeface="Courier New" pitchFamily="49"/>
            </a:endParaRPr>
          </a:p>
          <a:p>
            <a:pPr lvl="0">
              <a:buFont typeface="Courier New" pitchFamily="49"/>
              <a:buChar char="_"/>
            </a:pPr>
            <a:r>
              <a:rPr lang="nl-NL">
                <a:solidFill>
                  <a:srgbClr val="00FF00"/>
                </a:solidFill>
                <a:latin typeface="Courier New" pitchFamily="49"/>
                <a:cs typeface="Courier New" pitchFamily="49"/>
              </a:rPr>
              <a:t>Shopping cart (empty / containing items)</a:t>
            </a:r>
          </a:p>
          <a:p>
            <a:pPr lvl="0">
              <a:buFont typeface="Courier New" pitchFamily="49"/>
              <a:buChar char="_"/>
            </a:pPr>
            <a:endParaRPr lang="nl-NL">
              <a:solidFill>
                <a:srgbClr val="00FF00"/>
              </a:solidFill>
              <a:latin typeface="Courier New" pitchFamily="49"/>
              <a:cs typeface="Courier New" pitchFamily="49"/>
            </a:endParaRPr>
          </a:p>
          <a:p>
            <a:pPr lvl="0">
              <a:buFont typeface="Courier New" pitchFamily="49"/>
              <a:buChar char="_"/>
            </a:pPr>
            <a:r>
              <a:rPr lang="nl-NL">
                <a:solidFill>
                  <a:srgbClr val="00FF00"/>
                </a:solidFill>
                <a:latin typeface="Courier New" pitchFamily="49"/>
                <a:cs typeface="Courier New" pitchFamily="49"/>
              </a:rPr>
              <a:t>Database (data present / not present)</a:t>
            </a:r>
            <a:endParaRPr lang="nl-NL" dirty="0">
              <a:solidFill>
                <a:srgbClr val="00FF00"/>
              </a:solidFill>
              <a:latin typeface="Courier New" pitchFamily="49"/>
              <a:cs typeface="Courier New" pitchFamily="49"/>
            </a:endParaRPr>
          </a:p>
          <a:p>
            <a:pPr lvl="0">
              <a:buFont typeface="Courier New" pitchFamily="49"/>
              <a:buChar char="_"/>
            </a:pPr>
            <a:endParaRPr lang="nl-NL" dirty="0">
              <a:solidFill>
                <a:srgbClr val="00FF00"/>
              </a:solidFill>
              <a:latin typeface="Courier New" pitchFamily="49"/>
              <a:cs typeface="Courier New" pitchFamily="49"/>
            </a:endParaRPr>
          </a:p>
          <a:p>
            <a:pPr lvl="0">
              <a:buFont typeface="Courier New" pitchFamily="49"/>
              <a:buChar char="_"/>
            </a:pPr>
            <a:r>
              <a:rPr lang="nl-NL">
                <a:solidFill>
                  <a:srgbClr val="00FF00"/>
                </a:solidFill>
                <a:latin typeface="Courier New" pitchFamily="49"/>
                <a:cs typeface="Courier New" pitchFamily="49"/>
              </a:rPr>
              <a:t>Order in which requests arrive is significant</a:t>
            </a:r>
            <a:endParaRPr lang="nl-NL" dirty="0">
              <a:solidFill>
                <a:srgbClr val="00FF00"/>
              </a:solidFill>
              <a:latin typeface="Courier New" pitchFamily="49"/>
              <a:cs typeface="Courier New" pitchFamily="49"/>
            </a:endParaRPr>
          </a:p>
          <a:p>
            <a:pPr lvl="0">
              <a:buFont typeface="Courier New" pitchFamily="49"/>
              <a:buChar char="_"/>
            </a:pPr>
            <a:endParaRPr lang="nl-NL" dirty="0">
              <a:solidFill>
                <a:srgbClr val="00FF00"/>
              </a:solidFill>
              <a:latin typeface="Courier New" pitchFamily="49"/>
              <a:cs typeface="Courier New" pitchFamily="49"/>
            </a:endParaRPr>
          </a:p>
          <a:p>
            <a:pPr lvl="0">
              <a:buFont typeface="Courier New" pitchFamily="49"/>
              <a:buChar char="_"/>
            </a:pPr>
            <a:endParaRPr lang="nl-NL" dirty="0">
              <a:solidFill>
                <a:srgbClr val="00FF00"/>
              </a:solidFill>
              <a:latin typeface="Courier New" pitchFamily="49"/>
              <a:cs typeface="Courier New" pitchFamily="49"/>
            </a:endParaRPr>
          </a:p>
          <a:p>
            <a:pPr lvl="0">
              <a:buFont typeface="Courier New" pitchFamily="49"/>
              <a:buChar char="_"/>
            </a:pPr>
            <a:endParaRPr lang="nl-NL" dirty="0">
              <a:solidFill>
                <a:srgbClr val="00FF00"/>
              </a:solidFill>
              <a:latin typeface="Courier New" pitchFamily="49"/>
              <a:cs typeface="Courier New" pitchFamily="49"/>
            </a:endParaRPr>
          </a:p>
          <a:p>
            <a:pPr lvl="0">
              <a:buFont typeface="Courier New" pitchFamily="49"/>
              <a:buChar char="_"/>
            </a:pPr>
            <a:endParaRPr lang="nl-NL" dirty="0">
              <a:solidFill>
                <a:srgbClr val="00FF00"/>
              </a:solidFill>
              <a:latin typeface="Courier New" pitchFamily="49"/>
              <a:cs typeface="Courier New" pitchFamily="49"/>
            </a:endParaRPr>
          </a:p>
          <a:p>
            <a:pPr lvl="0">
              <a:buFont typeface="Courier New" pitchFamily="49"/>
              <a:buChar char="_"/>
            </a:pPr>
            <a:endParaRPr lang="nl-NL" dirty="0">
              <a:solidFill>
                <a:srgbClr val="00FF00"/>
              </a:solidFill>
              <a:latin typeface="Courier New" pitchFamily="49"/>
              <a:cs typeface="Courier New" pitchFamily="49"/>
            </a:endParaRP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85D9D1D-CF0E-444D-BF61-6E6E92619F56}"/>
              </a:ext>
            </a:extLst>
          </p:cNvPr>
          <p:cNvSpPr txBox="1">
            <a:spLocks noGrp="1"/>
          </p:cNvSpPr>
          <p:nvPr>
            <p:ph type="title"/>
          </p:nvPr>
        </p:nvSpPr>
        <p:spPr/>
        <p:txBody>
          <a:bodyPr/>
          <a:lstStyle/>
          <a:p>
            <a:pPr lvl="0"/>
            <a:r>
              <a:rPr lang="nl-NL">
                <a:solidFill>
                  <a:srgbClr val="00FF00"/>
                </a:solidFill>
                <a:latin typeface="Courier New" pitchFamily="49"/>
                <a:cs typeface="Courier New" pitchFamily="49"/>
              </a:rPr>
              <a:t>Stateful mocks in WireMock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287466E-59AE-4FAE-B4E2-27D0E0D7A69F}"/>
              </a:ext>
            </a:extLst>
          </p:cNvPr>
          <p:cNvSpPr txBox="1">
            <a:spLocks noGrp="1"/>
          </p:cNvSpPr>
          <p:nvPr>
            <p:ph idx="1"/>
          </p:nvPr>
        </p:nvSpPr>
        <p:spPr/>
        <p:txBody>
          <a:bodyPr/>
          <a:lstStyle/>
          <a:p>
            <a:pPr lvl="0">
              <a:buFont typeface="Courier New" pitchFamily="49"/>
              <a:buChar char="_"/>
            </a:pPr>
            <a:r>
              <a:rPr lang="nl-NL" dirty="0" err="1">
                <a:solidFill>
                  <a:srgbClr val="00FF00"/>
                </a:solidFill>
                <a:latin typeface="Courier New" pitchFamily="49"/>
                <a:cs typeface="Courier New" pitchFamily="49"/>
              </a:rPr>
              <a:t>Supported</a:t>
            </a:r>
            <a:r>
              <a:rPr lang="nl-NL" dirty="0">
                <a:solidFill>
                  <a:srgbClr val="00FF00"/>
                </a:solidFill>
                <a:latin typeface="Courier New" pitchFamily="49"/>
                <a:cs typeface="Courier New" pitchFamily="49"/>
              </a:rPr>
              <a:t> </a:t>
            </a:r>
            <a:r>
              <a:rPr lang="nl-NL" dirty="0" err="1">
                <a:solidFill>
                  <a:srgbClr val="00FF00"/>
                </a:solidFill>
                <a:latin typeface="Courier New" pitchFamily="49"/>
                <a:cs typeface="Courier New" pitchFamily="49"/>
              </a:rPr>
              <a:t>through</a:t>
            </a:r>
            <a:r>
              <a:rPr lang="nl-NL" dirty="0">
                <a:solidFill>
                  <a:srgbClr val="00FF00"/>
                </a:solidFill>
                <a:latin typeface="Courier New" pitchFamily="49"/>
                <a:cs typeface="Courier New" pitchFamily="49"/>
              </a:rPr>
              <a:t> </a:t>
            </a:r>
            <a:r>
              <a:rPr lang="nl-NL" dirty="0" err="1">
                <a:solidFill>
                  <a:srgbClr val="00FF00"/>
                </a:solidFill>
                <a:latin typeface="Courier New" pitchFamily="49"/>
                <a:cs typeface="Courier New" pitchFamily="49"/>
              </a:rPr>
              <a:t>the</a:t>
            </a:r>
            <a:r>
              <a:rPr lang="nl-NL" dirty="0">
                <a:solidFill>
                  <a:srgbClr val="00FF00"/>
                </a:solidFill>
                <a:latin typeface="Courier New" pitchFamily="49"/>
                <a:cs typeface="Courier New" pitchFamily="49"/>
              </a:rPr>
              <a:t> concept of a Scenario</a:t>
            </a:r>
          </a:p>
          <a:p>
            <a:pPr lvl="0">
              <a:buFont typeface="Courier New" pitchFamily="49"/>
              <a:buChar char="_"/>
            </a:pPr>
            <a:endParaRPr lang="nl-NL" dirty="0">
              <a:solidFill>
                <a:srgbClr val="00FF00"/>
              </a:solidFill>
              <a:latin typeface="Courier New" pitchFamily="49"/>
              <a:cs typeface="Courier New" pitchFamily="49"/>
            </a:endParaRPr>
          </a:p>
          <a:p>
            <a:pPr lvl="0">
              <a:buFont typeface="Courier New" pitchFamily="49"/>
              <a:buChar char="_"/>
            </a:pPr>
            <a:r>
              <a:rPr lang="nl-NL" dirty="0" err="1">
                <a:solidFill>
                  <a:srgbClr val="00FF00"/>
                </a:solidFill>
                <a:latin typeface="Courier New" pitchFamily="49"/>
                <a:cs typeface="Courier New" pitchFamily="49"/>
              </a:rPr>
              <a:t>Essentially</a:t>
            </a:r>
            <a:r>
              <a:rPr lang="nl-NL" dirty="0">
                <a:solidFill>
                  <a:srgbClr val="00FF00"/>
                </a:solidFill>
                <a:latin typeface="Courier New" pitchFamily="49"/>
                <a:cs typeface="Courier New" pitchFamily="49"/>
              </a:rPr>
              <a:t> a </a:t>
            </a:r>
            <a:r>
              <a:rPr lang="nl-NL" dirty="0" err="1">
                <a:solidFill>
                  <a:srgbClr val="00FF00"/>
                </a:solidFill>
                <a:latin typeface="Courier New" pitchFamily="49"/>
                <a:cs typeface="Courier New" pitchFamily="49"/>
              </a:rPr>
              <a:t>finite</a:t>
            </a:r>
            <a:r>
              <a:rPr lang="nl-NL" dirty="0">
                <a:solidFill>
                  <a:srgbClr val="00FF00"/>
                </a:solidFill>
                <a:latin typeface="Courier New" pitchFamily="49"/>
                <a:cs typeface="Courier New" pitchFamily="49"/>
              </a:rPr>
              <a:t> state machine (FSM)</a:t>
            </a:r>
          </a:p>
          <a:p>
            <a:pPr lvl="1">
              <a:buFont typeface="Courier New" pitchFamily="49"/>
              <a:buChar char="_"/>
            </a:pPr>
            <a:r>
              <a:rPr lang="nl-NL" dirty="0" err="1">
                <a:solidFill>
                  <a:srgbClr val="00FF00"/>
                </a:solidFill>
                <a:latin typeface="Courier New" pitchFamily="49"/>
                <a:cs typeface="Courier New" pitchFamily="49"/>
              </a:rPr>
              <a:t>States</a:t>
            </a:r>
            <a:r>
              <a:rPr lang="nl-NL" dirty="0">
                <a:solidFill>
                  <a:srgbClr val="00FF00"/>
                </a:solidFill>
                <a:latin typeface="Courier New" pitchFamily="49"/>
                <a:cs typeface="Courier New" pitchFamily="49"/>
              </a:rPr>
              <a:t> </a:t>
            </a:r>
            <a:r>
              <a:rPr lang="nl-NL" dirty="0" err="1">
                <a:solidFill>
                  <a:srgbClr val="00FF00"/>
                </a:solidFill>
                <a:latin typeface="Courier New" pitchFamily="49"/>
                <a:cs typeface="Courier New" pitchFamily="49"/>
              </a:rPr>
              <a:t>and</a:t>
            </a:r>
            <a:r>
              <a:rPr lang="nl-NL" dirty="0">
                <a:solidFill>
                  <a:srgbClr val="00FF00"/>
                </a:solidFill>
                <a:latin typeface="Courier New" pitchFamily="49"/>
                <a:cs typeface="Courier New" pitchFamily="49"/>
              </a:rPr>
              <a:t> state </a:t>
            </a:r>
            <a:r>
              <a:rPr lang="nl-NL" dirty="0" err="1">
                <a:solidFill>
                  <a:srgbClr val="00FF00"/>
                </a:solidFill>
                <a:latin typeface="Courier New" pitchFamily="49"/>
                <a:cs typeface="Courier New" pitchFamily="49"/>
              </a:rPr>
              <a:t>transitions</a:t>
            </a:r>
            <a:endParaRPr lang="nl-NL" dirty="0">
              <a:solidFill>
                <a:srgbClr val="00FF00"/>
              </a:solidFill>
              <a:latin typeface="Courier New" pitchFamily="49"/>
              <a:cs typeface="Courier New" pitchFamily="49"/>
            </a:endParaRPr>
          </a:p>
          <a:p>
            <a:pPr lvl="0">
              <a:buFont typeface="Courier New" pitchFamily="49"/>
              <a:buChar char="_"/>
            </a:pPr>
            <a:endParaRPr lang="nl-NL" dirty="0">
              <a:solidFill>
                <a:srgbClr val="00FF00"/>
              </a:solidFill>
              <a:latin typeface="Courier New" pitchFamily="49"/>
              <a:cs typeface="Courier New" pitchFamily="49"/>
            </a:endParaRPr>
          </a:p>
          <a:p>
            <a:pPr lvl="0">
              <a:buFont typeface="Courier New" pitchFamily="49"/>
              <a:buChar char="_"/>
            </a:pPr>
            <a:r>
              <a:rPr lang="nl-NL" dirty="0">
                <a:solidFill>
                  <a:srgbClr val="00FF00"/>
                </a:solidFill>
                <a:latin typeface="Courier New" pitchFamily="49"/>
                <a:cs typeface="Courier New" pitchFamily="49"/>
              </a:rPr>
              <a:t>Combination of </a:t>
            </a:r>
            <a:r>
              <a:rPr lang="nl-NL" dirty="0" err="1">
                <a:solidFill>
                  <a:srgbClr val="00FF00"/>
                </a:solidFill>
                <a:latin typeface="Courier New" pitchFamily="49"/>
                <a:cs typeface="Courier New" pitchFamily="49"/>
              </a:rPr>
              <a:t>current</a:t>
            </a:r>
            <a:r>
              <a:rPr lang="nl-NL" dirty="0">
                <a:solidFill>
                  <a:srgbClr val="00FF00"/>
                </a:solidFill>
                <a:latin typeface="Courier New" pitchFamily="49"/>
                <a:cs typeface="Courier New" pitchFamily="49"/>
              </a:rPr>
              <a:t> state </a:t>
            </a:r>
            <a:r>
              <a:rPr lang="nl-NL" dirty="0" err="1">
                <a:solidFill>
                  <a:srgbClr val="00FF00"/>
                </a:solidFill>
                <a:latin typeface="Courier New" pitchFamily="49"/>
                <a:cs typeface="Courier New" pitchFamily="49"/>
              </a:rPr>
              <a:t>and</a:t>
            </a:r>
            <a:r>
              <a:rPr lang="nl-NL" dirty="0">
                <a:solidFill>
                  <a:srgbClr val="00FF00"/>
                </a:solidFill>
                <a:latin typeface="Courier New" pitchFamily="49"/>
                <a:cs typeface="Courier New" pitchFamily="49"/>
              </a:rPr>
              <a:t> </a:t>
            </a:r>
            <a:r>
              <a:rPr lang="nl-NL" dirty="0" err="1">
                <a:solidFill>
                  <a:srgbClr val="00FF00"/>
                </a:solidFill>
                <a:latin typeface="Courier New" pitchFamily="49"/>
                <a:cs typeface="Courier New" pitchFamily="49"/>
              </a:rPr>
              <a:t>incoming</a:t>
            </a:r>
            <a:r>
              <a:rPr lang="nl-NL" dirty="0">
                <a:solidFill>
                  <a:srgbClr val="00FF00"/>
                </a:solidFill>
                <a:latin typeface="Courier New" pitchFamily="49"/>
                <a:cs typeface="Courier New" pitchFamily="49"/>
              </a:rPr>
              <a:t> </a:t>
            </a:r>
            <a:r>
              <a:rPr lang="nl-NL" dirty="0" err="1">
                <a:solidFill>
                  <a:srgbClr val="00FF00"/>
                </a:solidFill>
                <a:latin typeface="Courier New" pitchFamily="49"/>
                <a:cs typeface="Courier New" pitchFamily="49"/>
              </a:rPr>
              <a:t>request</a:t>
            </a:r>
            <a:r>
              <a:rPr lang="nl-NL" dirty="0">
                <a:solidFill>
                  <a:srgbClr val="00FF00"/>
                </a:solidFill>
                <a:latin typeface="Courier New" pitchFamily="49"/>
                <a:cs typeface="Courier New" pitchFamily="49"/>
              </a:rPr>
              <a:t> </a:t>
            </a:r>
            <a:r>
              <a:rPr lang="nl-NL" dirty="0" err="1">
                <a:solidFill>
                  <a:srgbClr val="00FF00"/>
                </a:solidFill>
                <a:latin typeface="Courier New" pitchFamily="49"/>
                <a:cs typeface="Courier New" pitchFamily="49"/>
              </a:rPr>
              <a:t>determines</a:t>
            </a:r>
            <a:r>
              <a:rPr lang="nl-NL" dirty="0">
                <a:solidFill>
                  <a:srgbClr val="00FF00"/>
                </a:solidFill>
                <a:latin typeface="Courier New" pitchFamily="49"/>
                <a:cs typeface="Courier New" pitchFamily="49"/>
              </a:rPr>
              <a:t> </a:t>
            </a:r>
            <a:r>
              <a:rPr lang="nl-NL" dirty="0" err="1">
                <a:solidFill>
                  <a:srgbClr val="00FF00"/>
                </a:solidFill>
                <a:latin typeface="Courier New" pitchFamily="49"/>
                <a:cs typeface="Courier New" pitchFamily="49"/>
              </a:rPr>
              <a:t>the</a:t>
            </a:r>
            <a:r>
              <a:rPr lang="nl-NL" dirty="0">
                <a:solidFill>
                  <a:srgbClr val="00FF00"/>
                </a:solidFill>
                <a:latin typeface="Courier New" pitchFamily="49"/>
                <a:cs typeface="Courier New" pitchFamily="49"/>
              </a:rPr>
              <a:t> response </a:t>
            </a:r>
            <a:r>
              <a:rPr lang="nl-NL" dirty="0" err="1">
                <a:solidFill>
                  <a:srgbClr val="00FF00"/>
                </a:solidFill>
                <a:latin typeface="Courier New" pitchFamily="49"/>
                <a:cs typeface="Courier New" pitchFamily="49"/>
              </a:rPr>
              <a:t>being</a:t>
            </a:r>
            <a:r>
              <a:rPr lang="nl-NL" dirty="0">
                <a:solidFill>
                  <a:srgbClr val="00FF00"/>
                </a:solidFill>
                <a:latin typeface="Courier New" pitchFamily="49"/>
                <a:cs typeface="Courier New" pitchFamily="49"/>
              </a:rPr>
              <a:t> sent</a:t>
            </a:r>
          </a:p>
          <a:p>
            <a:pPr lvl="1">
              <a:buFont typeface="Courier New" pitchFamily="49"/>
              <a:buChar char="_"/>
            </a:pPr>
            <a:r>
              <a:rPr lang="nl-NL" dirty="0" err="1">
                <a:solidFill>
                  <a:srgbClr val="00FF00"/>
                </a:solidFill>
                <a:latin typeface="Courier New" pitchFamily="49"/>
                <a:cs typeface="Courier New" pitchFamily="49"/>
              </a:rPr>
              <a:t>Before</a:t>
            </a:r>
            <a:r>
              <a:rPr lang="nl-NL" dirty="0">
                <a:solidFill>
                  <a:srgbClr val="00FF00"/>
                </a:solidFill>
                <a:latin typeface="Courier New" pitchFamily="49"/>
                <a:cs typeface="Courier New" pitchFamily="49"/>
              </a:rPr>
              <a:t> </a:t>
            </a:r>
            <a:r>
              <a:rPr lang="nl-NL" dirty="0" err="1">
                <a:solidFill>
                  <a:srgbClr val="00FF00"/>
                </a:solidFill>
                <a:latin typeface="Courier New" pitchFamily="49"/>
                <a:cs typeface="Courier New" pitchFamily="49"/>
              </a:rPr>
              <a:t>now</a:t>
            </a:r>
            <a:r>
              <a:rPr lang="nl-NL" dirty="0">
                <a:solidFill>
                  <a:srgbClr val="00FF00"/>
                </a:solidFill>
                <a:latin typeface="Courier New" pitchFamily="49"/>
                <a:cs typeface="Courier New" pitchFamily="49"/>
              </a:rPr>
              <a:t>, </a:t>
            </a:r>
            <a:r>
              <a:rPr lang="nl-NL" dirty="0" err="1">
                <a:solidFill>
                  <a:srgbClr val="00FF00"/>
                </a:solidFill>
                <a:latin typeface="Courier New" pitchFamily="49"/>
                <a:cs typeface="Courier New" pitchFamily="49"/>
              </a:rPr>
              <a:t>it</a:t>
            </a:r>
            <a:r>
              <a:rPr lang="nl-NL" dirty="0">
                <a:solidFill>
                  <a:srgbClr val="00FF00"/>
                </a:solidFill>
                <a:latin typeface="Courier New" pitchFamily="49"/>
                <a:cs typeface="Courier New" pitchFamily="49"/>
              </a:rPr>
              <a:t> was </a:t>
            </a:r>
            <a:r>
              <a:rPr lang="nl-NL" dirty="0" err="1">
                <a:solidFill>
                  <a:srgbClr val="00FF00"/>
                </a:solidFill>
                <a:latin typeface="Courier New" pitchFamily="49"/>
                <a:cs typeface="Courier New" pitchFamily="49"/>
              </a:rPr>
              <a:t>only</a:t>
            </a:r>
            <a:r>
              <a:rPr lang="nl-NL" dirty="0">
                <a:solidFill>
                  <a:srgbClr val="00FF00"/>
                </a:solidFill>
                <a:latin typeface="Courier New" pitchFamily="49"/>
                <a:cs typeface="Courier New" pitchFamily="49"/>
              </a:rPr>
              <a:t> </a:t>
            </a:r>
            <a:r>
              <a:rPr lang="nl-NL" dirty="0" err="1">
                <a:solidFill>
                  <a:srgbClr val="00FF00"/>
                </a:solidFill>
                <a:latin typeface="Courier New" pitchFamily="49"/>
                <a:cs typeface="Courier New" pitchFamily="49"/>
              </a:rPr>
              <a:t>the</a:t>
            </a:r>
            <a:r>
              <a:rPr lang="nl-NL" dirty="0">
                <a:solidFill>
                  <a:srgbClr val="00FF00"/>
                </a:solidFill>
                <a:latin typeface="Courier New" pitchFamily="49"/>
                <a:cs typeface="Courier New" pitchFamily="49"/>
              </a:rPr>
              <a:t> </a:t>
            </a:r>
            <a:r>
              <a:rPr lang="nl-NL" dirty="0" err="1">
                <a:solidFill>
                  <a:srgbClr val="00FF00"/>
                </a:solidFill>
                <a:latin typeface="Courier New" pitchFamily="49"/>
                <a:cs typeface="Courier New" pitchFamily="49"/>
              </a:rPr>
              <a:t>incoming</a:t>
            </a:r>
            <a:r>
              <a:rPr lang="nl-NL" dirty="0">
                <a:solidFill>
                  <a:srgbClr val="00FF00"/>
                </a:solidFill>
                <a:latin typeface="Courier New" pitchFamily="49"/>
                <a:cs typeface="Courier New" pitchFamily="49"/>
              </a:rPr>
              <a:t> </a:t>
            </a:r>
            <a:r>
              <a:rPr lang="nl-NL" dirty="0" err="1">
                <a:solidFill>
                  <a:srgbClr val="00FF00"/>
                </a:solidFill>
                <a:latin typeface="Courier New" pitchFamily="49"/>
                <a:cs typeface="Courier New" pitchFamily="49"/>
              </a:rPr>
              <a:t>request</a:t>
            </a:r>
            <a:endParaRPr lang="nl-NL" dirty="0">
              <a:solidFill>
                <a:srgbClr val="00FF00"/>
              </a:solidFill>
              <a:latin typeface="Courier New" pitchFamily="49"/>
              <a:cs typeface="Courier New" pitchFamily="49"/>
            </a:endParaRPr>
          </a:p>
          <a:p>
            <a:pPr lvl="0">
              <a:buFont typeface="Courier New" pitchFamily="49"/>
              <a:buChar char="_"/>
            </a:pPr>
            <a:endParaRPr lang="nl-NL" dirty="0">
              <a:solidFill>
                <a:srgbClr val="00FF00"/>
              </a:solidFill>
              <a:latin typeface="Courier New" pitchFamily="49"/>
              <a:cs typeface="Courier New" pitchFamily="49"/>
            </a:endParaRPr>
          </a:p>
          <a:p>
            <a:pPr lvl="0">
              <a:buFont typeface="Courier New" pitchFamily="49"/>
              <a:buChar char="_"/>
            </a:pPr>
            <a:endParaRPr lang="nl-NL" dirty="0">
              <a:solidFill>
                <a:srgbClr val="00FF00"/>
              </a:solidFill>
              <a:latin typeface="Courier New" pitchFamily="49"/>
              <a:cs typeface="Courier New" pitchFamily="49"/>
            </a:endParaRPr>
          </a:p>
          <a:p>
            <a:pPr lvl="0">
              <a:buFont typeface="Courier New" pitchFamily="49"/>
              <a:buChar char="_"/>
            </a:pPr>
            <a:endParaRPr lang="nl-NL" dirty="0">
              <a:solidFill>
                <a:srgbClr val="00FF00"/>
              </a:solidFill>
              <a:latin typeface="Courier New" pitchFamily="49"/>
              <a:cs typeface="Courier New" pitchFamily="49"/>
            </a:endParaRPr>
          </a:p>
          <a:p>
            <a:pPr lvl="0">
              <a:buFont typeface="Courier New" pitchFamily="49"/>
              <a:buChar char="_"/>
            </a:pPr>
            <a:endParaRPr lang="nl-NL" dirty="0">
              <a:solidFill>
                <a:srgbClr val="00FF00"/>
              </a:solidFill>
              <a:latin typeface="Courier New" pitchFamily="49"/>
              <a:cs typeface="Courier New" pitchFamily="49"/>
            </a:endParaRPr>
          </a:p>
          <a:p>
            <a:pPr lvl="0">
              <a:buFont typeface="Courier New" pitchFamily="49"/>
              <a:buChar char="_"/>
            </a:pPr>
            <a:endParaRPr lang="nl-NL" dirty="0">
              <a:solidFill>
                <a:srgbClr val="00FF00"/>
              </a:solidFill>
              <a:latin typeface="Courier New" pitchFamily="49"/>
              <a:cs typeface="Courier New" pitchFamily="49"/>
            </a:endParaRPr>
          </a:p>
          <a:p>
            <a:pPr lvl="0">
              <a:buFont typeface="Courier New" pitchFamily="49"/>
              <a:buChar char="_"/>
            </a:pPr>
            <a:endParaRPr lang="nl-NL" dirty="0">
              <a:solidFill>
                <a:srgbClr val="00FF00"/>
              </a:solidFill>
              <a:latin typeface="Courier New" pitchFamily="49"/>
              <a:cs typeface="Courier New" pitchFamily="49"/>
            </a:endParaRPr>
          </a:p>
        </p:txBody>
      </p:sp>
    </p:spTree>
    <p:extLst>
      <p:ext uri="{BB962C8B-B14F-4D97-AF65-F5344CB8AC3E}">
        <p14:creationId xmlns:p14="http://schemas.microsoft.com/office/powerpoint/2010/main" val="3570159913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Afbeelding 10">
            <a:extLst>
              <a:ext uri="{FF2B5EF4-FFF2-40B4-BE49-F238E27FC236}">
                <a16:creationId xmlns:a16="http://schemas.microsoft.com/office/drawing/2014/main" id="{584CF86F-B685-2ADA-88FA-41BC5B7417C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783313"/>
            <a:ext cx="8337248" cy="6074688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5B8CC673-24F3-4F41-AE2D-E646348CD047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804748" y="16583"/>
            <a:ext cx="11254480" cy="766729"/>
          </a:xfrm>
        </p:spPr>
        <p:txBody>
          <a:bodyPr/>
          <a:lstStyle/>
          <a:p>
            <a:pPr lvl="0"/>
            <a:r>
              <a:rPr lang="nl-NL">
                <a:solidFill>
                  <a:srgbClr val="00FF00"/>
                </a:solidFill>
                <a:latin typeface="Courier New" pitchFamily="49"/>
                <a:cs typeface="Courier New" pitchFamily="49"/>
              </a:rPr>
              <a:t>Stateful mocks: an example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25E9389-73E7-4E18-B176-8DCF341E2EBE}"/>
              </a:ext>
            </a:extLst>
          </p:cNvPr>
          <p:cNvSpPr txBox="1">
            <a:spLocks noGrp="1"/>
          </p:cNvSpPr>
          <p:nvPr>
            <p:ph idx="1"/>
          </p:nvPr>
        </p:nvSpPr>
        <p:spPr/>
        <p:txBody>
          <a:bodyPr/>
          <a:lstStyle/>
          <a:p>
            <a:pPr marL="0" lvl="0" indent="0">
              <a:buNone/>
            </a:pPr>
            <a:endParaRPr lang="nl-NL">
              <a:solidFill>
                <a:srgbClr val="00FF00"/>
              </a:solidFill>
              <a:latin typeface="Courier New" pitchFamily="49"/>
              <a:cs typeface="Courier New" pitchFamily="49"/>
            </a:endParaRPr>
          </a:p>
          <a:p>
            <a:pPr lvl="0">
              <a:buFont typeface="Courier New" pitchFamily="49"/>
              <a:buChar char="_"/>
            </a:pPr>
            <a:endParaRPr lang="nl-NL">
              <a:solidFill>
                <a:srgbClr val="00FF00"/>
              </a:solidFill>
              <a:latin typeface="Courier New" pitchFamily="49"/>
              <a:cs typeface="Courier New" pitchFamily="49"/>
            </a:endParaRPr>
          </a:p>
          <a:p>
            <a:pPr lvl="0">
              <a:buFont typeface="Courier New" pitchFamily="49"/>
              <a:buChar char="_"/>
            </a:pPr>
            <a:endParaRPr lang="nl-NL">
              <a:solidFill>
                <a:srgbClr val="00FF00"/>
              </a:solidFill>
              <a:latin typeface="Courier New" pitchFamily="49"/>
              <a:cs typeface="Courier New" pitchFamily="49"/>
            </a:endParaRPr>
          </a:p>
          <a:p>
            <a:pPr lvl="0">
              <a:buFont typeface="Courier New" pitchFamily="49"/>
              <a:buChar char="_"/>
            </a:pPr>
            <a:endParaRPr lang="nl-NL">
              <a:solidFill>
                <a:srgbClr val="00FF00"/>
              </a:solidFill>
              <a:latin typeface="Courier New" pitchFamily="49"/>
              <a:cs typeface="Courier New" pitchFamily="49"/>
            </a:endParaRPr>
          </a:p>
          <a:p>
            <a:pPr lvl="0">
              <a:buFont typeface="Courier New" pitchFamily="49"/>
              <a:buChar char="_"/>
            </a:pPr>
            <a:endParaRPr lang="nl-NL">
              <a:solidFill>
                <a:srgbClr val="00FF00"/>
              </a:solidFill>
              <a:latin typeface="Courier New" pitchFamily="49"/>
              <a:cs typeface="Courier New" pitchFamily="49"/>
            </a:endParaRPr>
          </a:p>
          <a:p>
            <a:pPr lvl="0">
              <a:buFont typeface="Courier New" pitchFamily="49"/>
              <a:buChar char="_"/>
            </a:pPr>
            <a:endParaRPr lang="nl-NL">
              <a:solidFill>
                <a:srgbClr val="00FF00"/>
              </a:solidFill>
              <a:latin typeface="Courier New" pitchFamily="49"/>
              <a:cs typeface="Courier New" pitchFamily="49"/>
            </a:endParaRPr>
          </a:p>
        </p:txBody>
      </p:sp>
      <p:sp>
        <p:nvSpPr>
          <p:cNvPr id="5" name="Ovaal 4">
            <a:extLst>
              <a:ext uri="{FF2B5EF4-FFF2-40B4-BE49-F238E27FC236}">
                <a16:creationId xmlns:a16="http://schemas.microsoft.com/office/drawing/2014/main" id="{1E0A38DC-DAEA-4C08-AF7E-42902A4104A4}"/>
              </a:ext>
            </a:extLst>
          </p:cNvPr>
          <p:cNvSpPr/>
          <p:nvPr/>
        </p:nvSpPr>
        <p:spPr>
          <a:xfrm>
            <a:off x="5825332" y="1219873"/>
            <a:ext cx="2680129" cy="318483"/>
          </a:xfrm>
          <a:prstGeom prst="ellipse">
            <a:avLst/>
          </a:prstGeom>
          <a:noFill/>
          <a:ln w="38100">
            <a:solidFill>
              <a:srgbClr val="00FF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NL"/>
          </a:p>
        </p:txBody>
      </p:sp>
      <p:sp>
        <p:nvSpPr>
          <p:cNvPr id="6" name="Ovaal 5">
            <a:extLst>
              <a:ext uri="{FF2B5EF4-FFF2-40B4-BE49-F238E27FC236}">
                <a16:creationId xmlns:a16="http://schemas.microsoft.com/office/drawing/2014/main" id="{F2929657-485B-4383-A3ED-3D190B3BE3BB}"/>
              </a:ext>
            </a:extLst>
          </p:cNvPr>
          <p:cNvSpPr/>
          <p:nvPr/>
        </p:nvSpPr>
        <p:spPr>
          <a:xfrm>
            <a:off x="5825332" y="2924839"/>
            <a:ext cx="2680129" cy="329611"/>
          </a:xfrm>
          <a:prstGeom prst="ellipse">
            <a:avLst/>
          </a:prstGeom>
          <a:noFill/>
          <a:ln w="38100">
            <a:solidFill>
              <a:srgbClr val="00FF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NL"/>
          </a:p>
        </p:txBody>
      </p:sp>
      <p:sp>
        <p:nvSpPr>
          <p:cNvPr id="7" name="Ovaal 6">
            <a:extLst>
              <a:ext uri="{FF2B5EF4-FFF2-40B4-BE49-F238E27FC236}">
                <a16:creationId xmlns:a16="http://schemas.microsoft.com/office/drawing/2014/main" id="{4E60C5DA-4C9A-4752-A6FA-11499FDEAE1B}"/>
              </a:ext>
            </a:extLst>
          </p:cNvPr>
          <p:cNvSpPr/>
          <p:nvPr/>
        </p:nvSpPr>
        <p:spPr>
          <a:xfrm>
            <a:off x="5825332" y="5099852"/>
            <a:ext cx="2680129" cy="329611"/>
          </a:xfrm>
          <a:prstGeom prst="ellipse">
            <a:avLst/>
          </a:prstGeom>
          <a:noFill/>
          <a:ln w="38100">
            <a:solidFill>
              <a:srgbClr val="00FF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NL"/>
          </a:p>
        </p:txBody>
      </p:sp>
      <p:sp>
        <p:nvSpPr>
          <p:cNvPr id="8" name="Tekstvak 7">
            <a:extLst>
              <a:ext uri="{FF2B5EF4-FFF2-40B4-BE49-F238E27FC236}">
                <a16:creationId xmlns:a16="http://schemas.microsoft.com/office/drawing/2014/main" id="{78FD0194-E45C-4D74-BAEB-8C76E113CFE9}"/>
              </a:ext>
            </a:extLst>
          </p:cNvPr>
          <p:cNvSpPr txBox="1"/>
          <p:nvPr/>
        </p:nvSpPr>
        <p:spPr>
          <a:xfrm>
            <a:off x="9112116" y="1498284"/>
            <a:ext cx="3079883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>
                <a:solidFill>
                  <a:srgbClr val="00FF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Responses are grouped by scenario name</a:t>
            </a:r>
            <a:endParaRPr lang="en-NL">
              <a:solidFill>
                <a:srgbClr val="00FF00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9" name="Ovaal 8">
            <a:extLst>
              <a:ext uri="{FF2B5EF4-FFF2-40B4-BE49-F238E27FC236}">
                <a16:creationId xmlns:a16="http://schemas.microsoft.com/office/drawing/2014/main" id="{4DCCD34B-4D79-4AB6-87E4-B6228BE794A5}"/>
              </a:ext>
            </a:extLst>
          </p:cNvPr>
          <p:cNvSpPr/>
          <p:nvPr/>
        </p:nvSpPr>
        <p:spPr>
          <a:xfrm>
            <a:off x="456146" y="1486294"/>
            <a:ext cx="5200973" cy="329611"/>
          </a:xfrm>
          <a:prstGeom prst="ellipse">
            <a:avLst/>
          </a:prstGeom>
          <a:noFill/>
          <a:ln w="38100">
            <a:solidFill>
              <a:srgbClr val="00FF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NL"/>
          </a:p>
        </p:txBody>
      </p:sp>
      <p:sp>
        <p:nvSpPr>
          <p:cNvPr id="12" name="Tekstvak 11">
            <a:extLst>
              <a:ext uri="{FF2B5EF4-FFF2-40B4-BE49-F238E27FC236}">
                <a16:creationId xmlns:a16="http://schemas.microsoft.com/office/drawing/2014/main" id="{7877445B-55E2-4666-A185-EFD2DCB8254A}"/>
              </a:ext>
            </a:extLst>
          </p:cNvPr>
          <p:cNvSpPr txBox="1"/>
          <p:nvPr/>
        </p:nvSpPr>
        <p:spPr>
          <a:xfrm>
            <a:off x="9112117" y="2279554"/>
            <a:ext cx="2980566" cy="230832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>
                <a:solidFill>
                  <a:srgbClr val="00FF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Response depends on both the incoming request as well as the current state</a:t>
            </a:r>
          </a:p>
          <a:p>
            <a:endParaRPr lang="en-US">
              <a:solidFill>
                <a:srgbClr val="00FF00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US">
                <a:solidFill>
                  <a:srgbClr val="00FF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The initial state should always be Scenario.STARTED</a:t>
            </a:r>
            <a:endParaRPr lang="en-NL">
              <a:solidFill>
                <a:srgbClr val="00FF00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13" name="Ovaal 12">
            <a:extLst>
              <a:ext uri="{FF2B5EF4-FFF2-40B4-BE49-F238E27FC236}">
                <a16:creationId xmlns:a16="http://schemas.microsoft.com/office/drawing/2014/main" id="{77D7D3D3-DF67-40FA-9C74-FEC845E3A035}"/>
              </a:ext>
            </a:extLst>
          </p:cNvPr>
          <p:cNvSpPr/>
          <p:nvPr/>
        </p:nvSpPr>
        <p:spPr>
          <a:xfrm>
            <a:off x="572386" y="4372386"/>
            <a:ext cx="4433777" cy="329611"/>
          </a:xfrm>
          <a:prstGeom prst="ellipse">
            <a:avLst/>
          </a:prstGeom>
          <a:noFill/>
          <a:ln w="38100">
            <a:solidFill>
              <a:srgbClr val="00FF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NL"/>
          </a:p>
        </p:txBody>
      </p:sp>
      <p:sp>
        <p:nvSpPr>
          <p:cNvPr id="14" name="Tekstvak 13">
            <a:extLst>
              <a:ext uri="{FF2B5EF4-FFF2-40B4-BE49-F238E27FC236}">
                <a16:creationId xmlns:a16="http://schemas.microsoft.com/office/drawing/2014/main" id="{5F92226A-5733-4B07-9EF2-1AF7F31D2BB2}"/>
              </a:ext>
            </a:extLst>
          </p:cNvPr>
          <p:cNvSpPr txBox="1"/>
          <p:nvPr/>
        </p:nvSpPr>
        <p:spPr>
          <a:xfrm>
            <a:off x="9112117" y="4722817"/>
            <a:ext cx="3079882" cy="203132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>
                <a:solidFill>
                  <a:srgbClr val="00FF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Incoming requests can trigger state transitions</a:t>
            </a:r>
          </a:p>
          <a:p>
            <a:endParaRPr lang="en-US">
              <a:solidFill>
                <a:srgbClr val="00FF00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US">
                <a:solidFill>
                  <a:srgbClr val="00FF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State names other than Scenario.STARTED are yours to define </a:t>
            </a:r>
            <a:endParaRPr lang="en-NL">
              <a:solidFill>
                <a:srgbClr val="00FF00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  <p:bldP spid="6" grpId="0" animBg="1"/>
      <p:bldP spid="7" grpId="0" animBg="1"/>
      <p:bldP spid="8" grpId="0"/>
      <p:bldP spid="9" grpId="0" animBg="1"/>
      <p:bldP spid="12" grpId="0"/>
      <p:bldP spid="13" grpId="0" animBg="1"/>
      <p:bldP spid="14" grpId="0"/>
    </p:bldLst>
  </p:timing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0B4D458-4D33-4286-AFEF-1B613A4DDEAA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838200" y="111129"/>
            <a:ext cx="10515600" cy="721991"/>
          </a:xfrm>
        </p:spPr>
        <p:txBody>
          <a:bodyPr/>
          <a:lstStyle/>
          <a:p>
            <a:pPr lvl="0"/>
            <a:r>
              <a:rPr lang="nl-NL">
                <a:solidFill>
                  <a:srgbClr val="00FF00"/>
                </a:solidFill>
                <a:latin typeface="Courier New" pitchFamily="49"/>
                <a:cs typeface="Courier New" pitchFamily="49"/>
              </a:rPr>
              <a:t>Now it’s your turn!</a:t>
            </a:r>
            <a:endParaRPr lang="nl-NL" dirty="0">
              <a:solidFill>
                <a:srgbClr val="00FF00"/>
              </a:solidFill>
              <a:latin typeface="Courier New" pitchFamily="49"/>
              <a:cs typeface="Courier New" pitchFamily="49"/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A05396D-29B9-41A6-9997-E363A9EA5C37}"/>
              </a:ext>
            </a:extLst>
          </p:cNvPr>
          <p:cNvSpPr txBox="1">
            <a:spLocks noGrp="1"/>
          </p:cNvSpPr>
          <p:nvPr>
            <p:ph idx="1"/>
          </p:nvPr>
        </p:nvSpPr>
        <p:spPr>
          <a:xfrm>
            <a:off x="838200" y="1307466"/>
            <a:ext cx="10977877" cy="5032373"/>
          </a:xfrm>
        </p:spPr>
        <p:txBody>
          <a:bodyPr>
            <a:normAutofit fontScale="92500" lnSpcReduction="10000"/>
          </a:bodyPr>
          <a:lstStyle/>
          <a:p>
            <a:pPr lvl="0">
              <a:buFont typeface="Courier New" pitchFamily="49"/>
              <a:buChar char="_"/>
            </a:pPr>
            <a:r>
              <a:rPr lang="nl-NL" dirty="0">
                <a:solidFill>
                  <a:srgbClr val="00FF00"/>
                </a:solidFill>
                <a:latin typeface="Courier New" pitchFamily="49"/>
                <a:cs typeface="Courier New" pitchFamily="49"/>
              </a:rPr>
              <a:t>exercises &gt; WireMockExercises3Test.java</a:t>
            </a:r>
          </a:p>
          <a:p>
            <a:pPr lvl="0">
              <a:buFont typeface="Courier New" pitchFamily="49"/>
              <a:buChar char="_"/>
            </a:pPr>
            <a:endParaRPr lang="nl-NL" dirty="0">
              <a:solidFill>
                <a:srgbClr val="00FF00"/>
              </a:solidFill>
              <a:latin typeface="Courier New" pitchFamily="49"/>
              <a:cs typeface="Courier New" pitchFamily="49"/>
            </a:endParaRPr>
          </a:p>
          <a:p>
            <a:pPr lvl="0">
              <a:buFont typeface="Courier New" pitchFamily="49"/>
              <a:buChar char="_"/>
            </a:pPr>
            <a:r>
              <a:rPr lang="nl-NL" dirty="0">
                <a:solidFill>
                  <a:srgbClr val="00FF00"/>
                </a:solidFill>
                <a:latin typeface="Courier New" pitchFamily="49"/>
                <a:cs typeface="Courier New" pitchFamily="49"/>
              </a:rPr>
              <a:t>Create a stateful mock that exerts the described behaviour</a:t>
            </a:r>
          </a:p>
          <a:p>
            <a:pPr lvl="1">
              <a:buFont typeface="Courier New" pitchFamily="49"/>
              <a:buChar char="_"/>
            </a:pPr>
            <a:r>
              <a:rPr lang="nl-NL" dirty="0">
                <a:solidFill>
                  <a:srgbClr val="00FF00"/>
                </a:solidFill>
                <a:latin typeface="Courier New" pitchFamily="49"/>
                <a:cs typeface="Courier New" pitchFamily="49"/>
              </a:rPr>
              <a:t>Implement the responses as described in the comments</a:t>
            </a:r>
          </a:p>
          <a:p>
            <a:pPr lvl="0">
              <a:buFont typeface="Courier New" pitchFamily="49"/>
              <a:buChar char="_"/>
            </a:pPr>
            <a:endParaRPr lang="nl-NL" dirty="0">
              <a:solidFill>
                <a:srgbClr val="00FF00"/>
              </a:solidFill>
              <a:latin typeface="Courier New" pitchFamily="49"/>
              <a:cs typeface="Courier New" pitchFamily="49"/>
            </a:endParaRPr>
          </a:p>
          <a:p>
            <a:pPr lvl="0">
              <a:buFont typeface="Courier New" pitchFamily="49"/>
              <a:buChar char="_"/>
            </a:pPr>
            <a:r>
              <a:rPr lang="nl-NL" dirty="0">
                <a:solidFill>
                  <a:srgbClr val="00FF00"/>
                </a:solidFill>
                <a:latin typeface="Courier New" pitchFamily="49"/>
                <a:cs typeface="Courier New" pitchFamily="49"/>
              </a:rPr>
              <a:t>Verify your solution by running the tests in the same file</a:t>
            </a:r>
          </a:p>
          <a:p>
            <a:pPr lvl="0">
              <a:buFont typeface="Courier New" pitchFamily="49"/>
              <a:buChar char="_"/>
            </a:pPr>
            <a:endParaRPr lang="nl-NL" dirty="0">
              <a:solidFill>
                <a:srgbClr val="00FF00"/>
              </a:solidFill>
              <a:latin typeface="Courier New" pitchFamily="49"/>
              <a:cs typeface="Courier New" pitchFamily="49"/>
            </a:endParaRPr>
          </a:p>
          <a:p>
            <a:pPr lvl="0">
              <a:buFont typeface="Courier New" pitchFamily="49"/>
              <a:buChar char="_"/>
            </a:pPr>
            <a:r>
              <a:rPr lang="nl-NL" dirty="0">
                <a:solidFill>
                  <a:srgbClr val="00FF00"/>
                </a:solidFill>
                <a:latin typeface="Courier New" pitchFamily="49"/>
                <a:cs typeface="Courier New" pitchFamily="49"/>
              </a:rPr>
              <a:t>Answers are in answers &gt; WireMockAnswers3Test.java</a:t>
            </a:r>
          </a:p>
          <a:p>
            <a:pPr lvl="0">
              <a:buFont typeface="Courier New" pitchFamily="49"/>
              <a:buChar char="_"/>
            </a:pPr>
            <a:endParaRPr lang="nl-NL" dirty="0">
              <a:solidFill>
                <a:srgbClr val="00FF00"/>
              </a:solidFill>
              <a:latin typeface="Courier New" pitchFamily="49"/>
              <a:cs typeface="Courier New" pitchFamily="49"/>
            </a:endParaRPr>
          </a:p>
          <a:p>
            <a:pPr lvl="0">
              <a:buFont typeface="Courier New" pitchFamily="49"/>
              <a:buChar char="_"/>
            </a:pPr>
            <a:r>
              <a:rPr lang="nl-NL" dirty="0">
                <a:solidFill>
                  <a:srgbClr val="00FF00"/>
                </a:solidFill>
                <a:latin typeface="Courier New" pitchFamily="49"/>
                <a:cs typeface="Courier New" pitchFamily="49"/>
              </a:rPr>
              <a:t>Examples are in examples &gt; WireMockExamples3Test.java</a:t>
            </a:r>
          </a:p>
          <a:p>
            <a:pPr lvl="0">
              <a:buFont typeface="Courier New" pitchFamily="49"/>
              <a:buChar char="_"/>
            </a:pPr>
            <a:endParaRPr lang="nl-NL" dirty="0">
              <a:solidFill>
                <a:srgbClr val="00FF00"/>
              </a:solidFill>
              <a:latin typeface="Courier New" pitchFamily="49"/>
              <a:cs typeface="Courier New" pitchFamily="49"/>
            </a:endParaRPr>
          </a:p>
          <a:p>
            <a:pPr lvl="0">
              <a:buFont typeface="Courier New" pitchFamily="49"/>
              <a:buChar char="_"/>
            </a:pPr>
            <a:endParaRPr lang="nl-NL" dirty="0">
              <a:solidFill>
                <a:srgbClr val="00FF00"/>
              </a:solidFill>
              <a:latin typeface="Courier New" pitchFamily="49"/>
              <a:cs typeface="Courier New" pitchFamily="49"/>
            </a:endParaRPr>
          </a:p>
          <a:p>
            <a:pPr lvl="0">
              <a:buFont typeface="Courier New" pitchFamily="49"/>
              <a:buChar char="_"/>
            </a:pPr>
            <a:endParaRPr lang="nl-NL" dirty="0">
              <a:solidFill>
                <a:srgbClr val="00FF00"/>
              </a:solidFill>
              <a:latin typeface="Courier New" pitchFamily="49"/>
              <a:cs typeface="Courier New" pitchFamily="49"/>
            </a:endParaRPr>
          </a:p>
          <a:p>
            <a:pPr lvl="0">
              <a:buFont typeface="Courier New" pitchFamily="49"/>
              <a:buChar char="_"/>
            </a:pPr>
            <a:endParaRPr lang="nl-NL" dirty="0">
              <a:solidFill>
                <a:srgbClr val="00FF00"/>
              </a:solidFill>
              <a:latin typeface="Courier New" pitchFamily="49"/>
              <a:cs typeface="Courier New" pitchFamily="49"/>
            </a:endParaRPr>
          </a:p>
          <a:p>
            <a:pPr lvl="0">
              <a:buFont typeface="Courier New" pitchFamily="49"/>
              <a:buChar char="_"/>
            </a:pPr>
            <a:endParaRPr lang="nl-NL" dirty="0">
              <a:solidFill>
                <a:srgbClr val="00FF00"/>
              </a:solidFill>
              <a:latin typeface="Courier New" pitchFamily="49"/>
              <a:cs typeface="Courier New" pitchFamily="49"/>
            </a:endParaRPr>
          </a:p>
        </p:txBody>
      </p:sp>
    </p:spTree>
    <p:extLst>
      <p:ext uri="{BB962C8B-B14F-4D97-AF65-F5344CB8AC3E}">
        <p14:creationId xmlns:p14="http://schemas.microsoft.com/office/powerpoint/2010/main" val="3019589908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" y="2267636"/>
            <a:ext cx="12191998" cy="2369662"/>
          </a:xfrm>
        </p:spPr>
        <p:txBody>
          <a:bodyPr>
            <a:noAutofit/>
          </a:bodyPr>
          <a:lstStyle/>
          <a:p>
            <a:pPr algn="ctr"/>
            <a:r>
              <a:rPr lang="nl-NL" sz="6500">
                <a:solidFill>
                  <a:srgbClr val="00FF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Section 4:</a:t>
            </a:r>
            <a:br>
              <a:rPr lang="nl-NL" sz="6500">
                <a:solidFill>
                  <a:srgbClr val="00FF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br>
              <a:rPr lang="nl-NL" sz="6500">
                <a:solidFill>
                  <a:srgbClr val="00FF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nl-NL" sz="6500">
                <a:solidFill>
                  <a:srgbClr val="00FF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Response templating</a:t>
            </a:r>
            <a:endParaRPr lang="nl-NL" sz="6500" dirty="0">
              <a:solidFill>
                <a:srgbClr val="00FF00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128162234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9F5B244-0AC6-4FDB-90B1-15F77C3031D0}"/>
              </a:ext>
            </a:extLst>
          </p:cNvPr>
          <p:cNvSpPr txBox="1">
            <a:spLocks noGrp="1"/>
          </p:cNvSpPr>
          <p:nvPr>
            <p:ph type="title"/>
          </p:nvPr>
        </p:nvSpPr>
        <p:spPr/>
        <p:txBody>
          <a:bodyPr/>
          <a:lstStyle/>
          <a:p>
            <a:pPr lvl="0"/>
            <a:r>
              <a:rPr lang="nl-NL" dirty="0">
                <a:solidFill>
                  <a:srgbClr val="00FF00"/>
                </a:solidFill>
                <a:latin typeface="Courier New" pitchFamily="49"/>
                <a:cs typeface="Courier New" pitchFamily="49"/>
              </a:rPr>
              <a:t>Response templating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139C82B-AD86-4DD7-A5E8-FF4019CEF5E1}"/>
              </a:ext>
            </a:extLst>
          </p:cNvPr>
          <p:cNvSpPr txBox="1">
            <a:spLocks noGrp="1"/>
          </p:cNvSpPr>
          <p:nvPr>
            <p:ph idx="1"/>
          </p:nvPr>
        </p:nvSpPr>
        <p:spPr>
          <a:xfrm>
            <a:off x="838203" y="1825627"/>
            <a:ext cx="11143893" cy="4351336"/>
          </a:xfrm>
        </p:spPr>
        <p:txBody>
          <a:bodyPr/>
          <a:lstStyle/>
          <a:p>
            <a:pPr lvl="0">
              <a:buFont typeface="Courier New" pitchFamily="49"/>
              <a:buChar char="_"/>
            </a:pPr>
            <a:r>
              <a:rPr lang="nl-NL" dirty="0" err="1">
                <a:solidFill>
                  <a:srgbClr val="00FF00"/>
                </a:solidFill>
                <a:latin typeface="Courier New" pitchFamily="49"/>
                <a:cs typeface="Courier New" pitchFamily="49"/>
              </a:rPr>
              <a:t>Often</a:t>
            </a:r>
            <a:r>
              <a:rPr lang="nl-NL" dirty="0">
                <a:solidFill>
                  <a:srgbClr val="00FF00"/>
                </a:solidFill>
                <a:latin typeface="Courier New" pitchFamily="49"/>
                <a:cs typeface="Courier New" pitchFamily="49"/>
              </a:rPr>
              <a:t>, </a:t>
            </a:r>
            <a:r>
              <a:rPr lang="nl-NL" dirty="0" err="1">
                <a:solidFill>
                  <a:srgbClr val="00FF00"/>
                </a:solidFill>
                <a:latin typeface="Courier New" pitchFamily="49"/>
                <a:cs typeface="Courier New" pitchFamily="49"/>
              </a:rPr>
              <a:t>you</a:t>
            </a:r>
            <a:r>
              <a:rPr lang="nl-NL" dirty="0">
                <a:solidFill>
                  <a:srgbClr val="00FF00"/>
                </a:solidFill>
                <a:latin typeface="Courier New" pitchFamily="49"/>
                <a:cs typeface="Courier New" pitchFamily="49"/>
              </a:rPr>
              <a:t> want </a:t>
            </a:r>
            <a:r>
              <a:rPr lang="nl-NL" dirty="0" err="1">
                <a:solidFill>
                  <a:srgbClr val="00FF00"/>
                </a:solidFill>
                <a:latin typeface="Courier New" pitchFamily="49"/>
                <a:cs typeface="Courier New" pitchFamily="49"/>
              </a:rPr>
              <a:t>to</a:t>
            </a:r>
            <a:r>
              <a:rPr lang="nl-NL" dirty="0">
                <a:solidFill>
                  <a:srgbClr val="00FF00"/>
                </a:solidFill>
                <a:latin typeface="Courier New" pitchFamily="49"/>
                <a:cs typeface="Courier New" pitchFamily="49"/>
              </a:rPr>
              <a:t> </a:t>
            </a:r>
            <a:r>
              <a:rPr lang="nl-NL" dirty="0" err="1">
                <a:solidFill>
                  <a:srgbClr val="00FF00"/>
                </a:solidFill>
                <a:latin typeface="Courier New" pitchFamily="49"/>
                <a:cs typeface="Courier New" pitchFamily="49"/>
              </a:rPr>
              <a:t>reuse</a:t>
            </a:r>
            <a:r>
              <a:rPr lang="nl-NL" dirty="0">
                <a:solidFill>
                  <a:srgbClr val="00FF00"/>
                </a:solidFill>
                <a:latin typeface="Courier New" pitchFamily="49"/>
                <a:cs typeface="Courier New" pitchFamily="49"/>
              </a:rPr>
              <a:t> </a:t>
            </a:r>
            <a:r>
              <a:rPr lang="nl-NL" dirty="0" err="1">
                <a:solidFill>
                  <a:srgbClr val="00FF00"/>
                </a:solidFill>
                <a:latin typeface="Courier New" pitchFamily="49"/>
                <a:cs typeface="Courier New" pitchFamily="49"/>
              </a:rPr>
              <a:t>elements</a:t>
            </a:r>
            <a:r>
              <a:rPr lang="nl-NL" dirty="0">
                <a:solidFill>
                  <a:srgbClr val="00FF00"/>
                </a:solidFill>
                <a:latin typeface="Courier New" pitchFamily="49"/>
                <a:cs typeface="Courier New" pitchFamily="49"/>
              </a:rPr>
              <a:t> </a:t>
            </a:r>
            <a:r>
              <a:rPr lang="nl-NL" dirty="0" err="1">
                <a:solidFill>
                  <a:srgbClr val="00FF00"/>
                </a:solidFill>
                <a:latin typeface="Courier New" pitchFamily="49"/>
                <a:cs typeface="Courier New" pitchFamily="49"/>
              </a:rPr>
              <a:t>from</a:t>
            </a:r>
            <a:r>
              <a:rPr lang="nl-NL" dirty="0">
                <a:solidFill>
                  <a:srgbClr val="00FF00"/>
                </a:solidFill>
                <a:latin typeface="Courier New" pitchFamily="49"/>
                <a:cs typeface="Courier New" pitchFamily="49"/>
              </a:rPr>
              <a:t> </a:t>
            </a:r>
            <a:r>
              <a:rPr lang="nl-NL" dirty="0" err="1">
                <a:solidFill>
                  <a:srgbClr val="00FF00"/>
                </a:solidFill>
                <a:latin typeface="Courier New" pitchFamily="49"/>
                <a:cs typeface="Courier New" pitchFamily="49"/>
              </a:rPr>
              <a:t>the</a:t>
            </a:r>
            <a:r>
              <a:rPr lang="nl-NL" dirty="0">
                <a:solidFill>
                  <a:srgbClr val="00FF00"/>
                </a:solidFill>
                <a:latin typeface="Courier New" pitchFamily="49"/>
                <a:cs typeface="Courier New" pitchFamily="49"/>
              </a:rPr>
              <a:t> </a:t>
            </a:r>
            <a:r>
              <a:rPr lang="nl-NL" dirty="0" err="1">
                <a:solidFill>
                  <a:srgbClr val="00FF00"/>
                </a:solidFill>
                <a:latin typeface="Courier New" pitchFamily="49"/>
                <a:cs typeface="Courier New" pitchFamily="49"/>
              </a:rPr>
              <a:t>request</a:t>
            </a:r>
            <a:r>
              <a:rPr lang="nl-NL" dirty="0">
                <a:solidFill>
                  <a:srgbClr val="00FF00"/>
                </a:solidFill>
                <a:latin typeface="Courier New" pitchFamily="49"/>
                <a:cs typeface="Courier New" pitchFamily="49"/>
              </a:rPr>
              <a:t> in </a:t>
            </a:r>
            <a:r>
              <a:rPr lang="nl-NL" dirty="0" err="1">
                <a:solidFill>
                  <a:srgbClr val="00FF00"/>
                </a:solidFill>
                <a:latin typeface="Courier New" pitchFamily="49"/>
                <a:cs typeface="Courier New" pitchFamily="49"/>
              </a:rPr>
              <a:t>the</a:t>
            </a:r>
            <a:r>
              <a:rPr lang="nl-NL" dirty="0">
                <a:solidFill>
                  <a:srgbClr val="00FF00"/>
                </a:solidFill>
                <a:latin typeface="Courier New" pitchFamily="49"/>
                <a:cs typeface="Courier New" pitchFamily="49"/>
              </a:rPr>
              <a:t> response</a:t>
            </a:r>
          </a:p>
          <a:p>
            <a:pPr lvl="1">
              <a:buFont typeface="Courier New" pitchFamily="49"/>
              <a:buChar char="_"/>
            </a:pPr>
            <a:r>
              <a:rPr lang="nl-NL" dirty="0" err="1">
                <a:solidFill>
                  <a:srgbClr val="00FF00"/>
                </a:solidFill>
                <a:latin typeface="Courier New" pitchFamily="49"/>
                <a:cs typeface="Courier New" pitchFamily="49"/>
              </a:rPr>
              <a:t>Request</a:t>
            </a:r>
            <a:r>
              <a:rPr lang="nl-NL" dirty="0">
                <a:solidFill>
                  <a:srgbClr val="00FF00"/>
                </a:solidFill>
                <a:latin typeface="Courier New" pitchFamily="49"/>
                <a:cs typeface="Courier New" pitchFamily="49"/>
              </a:rPr>
              <a:t> ID header</a:t>
            </a:r>
          </a:p>
          <a:p>
            <a:pPr lvl="1">
              <a:buFont typeface="Courier New" pitchFamily="49"/>
              <a:buChar char="_"/>
            </a:pPr>
            <a:r>
              <a:rPr lang="nl-NL" dirty="0">
                <a:solidFill>
                  <a:srgbClr val="00FF00"/>
                </a:solidFill>
                <a:latin typeface="Courier New" pitchFamily="49"/>
                <a:cs typeface="Courier New" pitchFamily="49"/>
              </a:rPr>
              <a:t>Unique body </a:t>
            </a:r>
            <a:r>
              <a:rPr lang="nl-NL" dirty="0" err="1">
                <a:solidFill>
                  <a:srgbClr val="00FF00"/>
                </a:solidFill>
                <a:latin typeface="Courier New" pitchFamily="49"/>
                <a:cs typeface="Courier New" pitchFamily="49"/>
              </a:rPr>
              <a:t>elements</a:t>
            </a:r>
            <a:r>
              <a:rPr lang="nl-NL" dirty="0">
                <a:solidFill>
                  <a:srgbClr val="00FF00"/>
                </a:solidFill>
                <a:latin typeface="Courier New" pitchFamily="49"/>
                <a:cs typeface="Courier New" pitchFamily="49"/>
              </a:rPr>
              <a:t> (</a:t>
            </a:r>
            <a:r>
              <a:rPr lang="nl-NL" dirty="0" err="1">
                <a:solidFill>
                  <a:srgbClr val="00FF00"/>
                </a:solidFill>
                <a:latin typeface="Courier New" pitchFamily="49"/>
                <a:cs typeface="Courier New" pitchFamily="49"/>
              </a:rPr>
              <a:t>client</a:t>
            </a:r>
            <a:r>
              <a:rPr lang="nl-NL" dirty="0">
                <a:solidFill>
                  <a:srgbClr val="00FF00"/>
                </a:solidFill>
                <a:latin typeface="Courier New" pitchFamily="49"/>
                <a:cs typeface="Courier New" pitchFamily="49"/>
              </a:rPr>
              <a:t> ID, etc.)</a:t>
            </a:r>
          </a:p>
          <a:p>
            <a:pPr lvl="1">
              <a:buFont typeface="Courier New" pitchFamily="49"/>
              <a:buChar char="_"/>
            </a:pPr>
            <a:r>
              <a:rPr lang="nl-NL" dirty="0">
                <a:solidFill>
                  <a:srgbClr val="00FF00"/>
                </a:solidFill>
                <a:latin typeface="Courier New" pitchFamily="49"/>
                <a:cs typeface="Courier New" pitchFamily="49"/>
              </a:rPr>
              <a:t>Cookie </a:t>
            </a:r>
            <a:r>
              <a:rPr lang="nl-NL" dirty="0" err="1">
                <a:solidFill>
                  <a:srgbClr val="00FF00"/>
                </a:solidFill>
                <a:latin typeface="Courier New" pitchFamily="49"/>
                <a:cs typeface="Courier New" pitchFamily="49"/>
              </a:rPr>
              <a:t>values</a:t>
            </a:r>
            <a:endParaRPr lang="nl-NL" dirty="0">
              <a:solidFill>
                <a:srgbClr val="00FF00"/>
              </a:solidFill>
              <a:latin typeface="Courier New" pitchFamily="49"/>
              <a:cs typeface="Courier New" pitchFamily="49"/>
            </a:endParaRPr>
          </a:p>
          <a:p>
            <a:pPr lvl="0">
              <a:buFont typeface="Courier New" pitchFamily="49"/>
              <a:buChar char="_"/>
            </a:pPr>
            <a:endParaRPr lang="nl-NL" dirty="0">
              <a:solidFill>
                <a:srgbClr val="00FF00"/>
              </a:solidFill>
              <a:latin typeface="Courier New" pitchFamily="49"/>
              <a:cs typeface="Courier New" pitchFamily="49"/>
            </a:endParaRPr>
          </a:p>
          <a:p>
            <a:pPr lvl="0">
              <a:buFont typeface="Courier New" pitchFamily="49"/>
              <a:buChar char="_"/>
            </a:pPr>
            <a:r>
              <a:rPr lang="nl-NL" dirty="0" err="1">
                <a:solidFill>
                  <a:srgbClr val="00FF00"/>
                </a:solidFill>
                <a:latin typeface="Courier New" pitchFamily="49"/>
                <a:cs typeface="Courier New" pitchFamily="49"/>
              </a:rPr>
              <a:t>WireMock</a:t>
            </a:r>
            <a:r>
              <a:rPr lang="nl-NL" dirty="0">
                <a:solidFill>
                  <a:srgbClr val="00FF00"/>
                </a:solidFill>
                <a:latin typeface="Courier New" pitchFamily="49"/>
                <a:cs typeface="Courier New" pitchFamily="49"/>
              </a:rPr>
              <a:t> supports </a:t>
            </a:r>
            <a:r>
              <a:rPr lang="nl-NL" dirty="0" err="1">
                <a:solidFill>
                  <a:srgbClr val="00FF00"/>
                </a:solidFill>
                <a:latin typeface="Courier New" pitchFamily="49"/>
                <a:cs typeface="Courier New" pitchFamily="49"/>
              </a:rPr>
              <a:t>this</a:t>
            </a:r>
            <a:r>
              <a:rPr lang="nl-NL" dirty="0">
                <a:solidFill>
                  <a:srgbClr val="00FF00"/>
                </a:solidFill>
                <a:latin typeface="Courier New" pitchFamily="49"/>
                <a:cs typeface="Courier New" pitchFamily="49"/>
              </a:rPr>
              <a:t> </a:t>
            </a:r>
            <a:r>
              <a:rPr lang="nl-NL" dirty="0" err="1">
                <a:solidFill>
                  <a:srgbClr val="00FF00"/>
                </a:solidFill>
                <a:latin typeface="Courier New" pitchFamily="49"/>
                <a:cs typeface="Courier New" pitchFamily="49"/>
              </a:rPr>
              <a:t>through</a:t>
            </a:r>
            <a:r>
              <a:rPr lang="nl-NL" dirty="0">
                <a:solidFill>
                  <a:srgbClr val="00FF00"/>
                </a:solidFill>
                <a:latin typeface="Courier New" pitchFamily="49"/>
                <a:cs typeface="Courier New" pitchFamily="49"/>
              </a:rPr>
              <a:t> response templating</a:t>
            </a:r>
          </a:p>
          <a:p>
            <a:pPr lvl="0">
              <a:buFont typeface="Courier New" pitchFamily="49"/>
              <a:buChar char="_"/>
            </a:pPr>
            <a:endParaRPr lang="nl-NL" dirty="0">
              <a:solidFill>
                <a:srgbClr val="00FF00"/>
              </a:solidFill>
              <a:latin typeface="Courier New" pitchFamily="49"/>
              <a:cs typeface="Courier New" pitchFamily="49"/>
            </a:endParaRP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9F5B244-0AC6-4FDB-90B1-15F77C3031D0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838203" y="365129"/>
            <a:ext cx="11143892" cy="1325559"/>
          </a:xfrm>
        </p:spPr>
        <p:txBody>
          <a:bodyPr>
            <a:normAutofit/>
          </a:bodyPr>
          <a:lstStyle/>
          <a:p>
            <a:pPr lvl="0"/>
            <a:r>
              <a:rPr lang="nl-NL" sz="4000" dirty="0">
                <a:solidFill>
                  <a:srgbClr val="00FF00"/>
                </a:solidFill>
                <a:latin typeface="Courier New" pitchFamily="49"/>
                <a:cs typeface="Courier New" pitchFamily="49"/>
              </a:rPr>
              <a:t>Setup </a:t>
            </a:r>
            <a:r>
              <a:rPr lang="nl-NL" sz="4000">
                <a:solidFill>
                  <a:srgbClr val="00FF00"/>
                </a:solidFill>
                <a:latin typeface="Courier New" pitchFamily="49"/>
                <a:cs typeface="Courier New" pitchFamily="49"/>
              </a:rPr>
              <a:t>response templating (JUnit 4)</a:t>
            </a:r>
            <a:endParaRPr lang="nl-NL" sz="4000" dirty="0">
              <a:solidFill>
                <a:srgbClr val="00FF00"/>
              </a:solidFill>
              <a:latin typeface="Courier New" pitchFamily="49"/>
              <a:cs typeface="Courier New" pitchFamily="49"/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139C82B-AD86-4DD7-A5E8-FF4019CEF5E1}"/>
              </a:ext>
            </a:extLst>
          </p:cNvPr>
          <p:cNvSpPr txBox="1">
            <a:spLocks noGrp="1"/>
          </p:cNvSpPr>
          <p:nvPr>
            <p:ph idx="1"/>
          </p:nvPr>
        </p:nvSpPr>
        <p:spPr>
          <a:xfrm>
            <a:off x="838203" y="1825627"/>
            <a:ext cx="11143893" cy="4351336"/>
          </a:xfrm>
        </p:spPr>
        <p:txBody>
          <a:bodyPr/>
          <a:lstStyle/>
          <a:p>
            <a:pPr lvl="0">
              <a:buFont typeface="Courier New" pitchFamily="49"/>
              <a:buChar char="_"/>
            </a:pPr>
            <a:r>
              <a:rPr lang="nl-NL" dirty="0">
                <a:solidFill>
                  <a:srgbClr val="00FF00"/>
                </a:solidFill>
                <a:latin typeface="Courier New" pitchFamily="49"/>
                <a:cs typeface="Courier New" pitchFamily="49"/>
              </a:rPr>
              <a:t>In code: </a:t>
            </a:r>
            <a:r>
              <a:rPr lang="nl-NL" dirty="0" err="1">
                <a:solidFill>
                  <a:srgbClr val="00FF00"/>
                </a:solidFill>
                <a:latin typeface="Courier New" pitchFamily="49"/>
                <a:cs typeface="Courier New" pitchFamily="49"/>
              </a:rPr>
              <a:t>through</a:t>
            </a:r>
            <a:r>
              <a:rPr lang="nl-NL" dirty="0">
                <a:solidFill>
                  <a:srgbClr val="00FF00"/>
                </a:solidFill>
                <a:latin typeface="Courier New" pitchFamily="49"/>
                <a:cs typeface="Courier New" pitchFamily="49"/>
              </a:rPr>
              <a:t> </a:t>
            </a:r>
            <a:r>
              <a:rPr lang="nl-NL" dirty="0" err="1">
                <a:solidFill>
                  <a:srgbClr val="00FF00"/>
                </a:solidFill>
                <a:latin typeface="Courier New" pitchFamily="49"/>
                <a:cs typeface="Courier New" pitchFamily="49"/>
              </a:rPr>
              <a:t>the</a:t>
            </a:r>
            <a:r>
              <a:rPr lang="nl-NL" dirty="0">
                <a:solidFill>
                  <a:srgbClr val="00FF00"/>
                </a:solidFill>
                <a:latin typeface="Courier New" pitchFamily="49"/>
                <a:cs typeface="Courier New" pitchFamily="49"/>
              </a:rPr>
              <a:t> </a:t>
            </a:r>
            <a:r>
              <a:rPr lang="nl-NL" err="1">
                <a:solidFill>
                  <a:srgbClr val="00FF00"/>
                </a:solidFill>
                <a:latin typeface="Courier New" pitchFamily="49"/>
                <a:cs typeface="Courier New" pitchFamily="49"/>
              </a:rPr>
              <a:t>JUnit</a:t>
            </a:r>
            <a:r>
              <a:rPr lang="nl-NL">
                <a:solidFill>
                  <a:srgbClr val="00FF00"/>
                </a:solidFill>
                <a:latin typeface="Courier New" pitchFamily="49"/>
                <a:cs typeface="Courier New" pitchFamily="49"/>
              </a:rPr>
              <a:t> @</a:t>
            </a:r>
            <a:r>
              <a:rPr lang="nl-NL" dirty="0">
                <a:solidFill>
                  <a:srgbClr val="00FF00"/>
                </a:solidFill>
                <a:latin typeface="Courier New" pitchFamily="49"/>
                <a:cs typeface="Courier New" pitchFamily="49"/>
              </a:rPr>
              <a:t>R</a:t>
            </a:r>
            <a:r>
              <a:rPr lang="nl-NL">
                <a:solidFill>
                  <a:srgbClr val="00FF00"/>
                </a:solidFill>
                <a:latin typeface="Courier New" pitchFamily="49"/>
                <a:cs typeface="Courier New" pitchFamily="49"/>
              </a:rPr>
              <a:t>ule</a:t>
            </a:r>
            <a:endParaRPr lang="nl-NL" dirty="0">
              <a:solidFill>
                <a:srgbClr val="00FF00"/>
              </a:solidFill>
              <a:latin typeface="Courier New" pitchFamily="49"/>
              <a:cs typeface="Courier New" pitchFamily="49"/>
            </a:endParaRPr>
          </a:p>
          <a:p>
            <a:pPr lvl="0">
              <a:buFont typeface="Courier New" pitchFamily="49"/>
              <a:buChar char="_"/>
            </a:pPr>
            <a:endParaRPr lang="nl-NL" dirty="0">
              <a:solidFill>
                <a:srgbClr val="00FF00"/>
              </a:solidFill>
              <a:latin typeface="Courier New" pitchFamily="49"/>
              <a:cs typeface="Courier New" pitchFamily="49"/>
            </a:endParaRPr>
          </a:p>
          <a:p>
            <a:pPr lvl="0">
              <a:buFont typeface="Courier New" pitchFamily="49"/>
              <a:buChar char="_"/>
            </a:pPr>
            <a:endParaRPr lang="nl-NL" dirty="0">
              <a:solidFill>
                <a:srgbClr val="00FF00"/>
              </a:solidFill>
              <a:latin typeface="Courier New" pitchFamily="49"/>
              <a:cs typeface="Courier New" pitchFamily="49"/>
            </a:endParaRPr>
          </a:p>
          <a:p>
            <a:pPr lvl="0">
              <a:buFont typeface="Courier New" pitchFamily="49"/>
              <a:buChar char="_"/>
            </a:pPr>
            <a:endParaRPr lang="nl-NL" dirty="0">
              <a:solidFill>
                <a:srgbClr val="00FF00"/>
              </a:solidFill>
              <a:latin typeface="Courier New" pitchFamily="49"/>
              <a:cs typeface="Courier New" pitchFamily="49"/>
            </a:endParaRPr>
          </a:p>
          <a:p>
            <a:pPr lvl="0">
              <a:buFont typeface="Courier New" pitchFamily="49"/>
              <a:buChar char="_"/>
            </a:pPr>
            <a:endParaRPr lang="nl-NL" dirty="0">
              <a:solidFill>
                <a:srgbClr val="00FF00"/>
              </a:solidFill>
              <a:latin typeface="Courier New" pitchFamily="49"/>
              <a:cs typeface="Courier New" pitchFamily="49"/>
            </a:endParaRPr>
          </a:p>
          <a:p>
            <a:pPr lvl="0">
              <a:buFont typeface="Courier New" pitchFamily="49"/>
              <a:buChar char="_"/>
            </a:pPr>
            <a:endParaRPr lang="nl-NL">
              <a:solidFill>
                <a:srgbClr val="00FF00"/>
              </a:solidFill>
              <a:latin typeface="Courier New" pitchFamily="49"/>
              <a:cs typeface="Courier New" pitchFamily="49"/>
            </a:endParaRPr>
          </a:p>
          <a:p>
            <a:pPr lvl="0">
              <a:buFont typeface="Courier New" pitchFamily="49"/>
              <a:buChar char="_"/>
            </a:pPr>
            <a:r>
              <a:rPr lang="nl-NL">
                <a:solidFill>
                  <a:srgbClr val="00FF00"/>
                </a:solidFill>
                <a:latin typeface="Courier New" pitchFamily="49"/>
                <a:cs typeface="Courier New" pitchFamily="49"/>
              </a:rPr>
              <a:t>Global </a:t>
            </a:r>
            <a:r>
              <a:rPr lang="nl-NL" dirty="0">
                <a:solidFill>
                  <a:srgbClr val="00FF00"/>
                </a:solidFill>
                <a:latin typeface="Courier New" pitchFamily="49"/>
                <a:cs typeface="Courier New" pitchFamily="49"/>
              </a:rPr>
              <a:t>== </a:t>
            </a:r>
            <a:r>
              <a:rPr lang="nl-NL" dirty="0" err="1">
                <a:solidFill>
                  <a:srgbClr val="00FF00"/>
                </a:solidFill>
                <a:latin typeface="Courier New" pitchFamily="49"/>
                <a:cs typeface="Courier New" pitchFamily="49"/>
              </a:rPr>
              <a:t>false</a:t>
            </a:r>
            <a:r>
              <a:rPr lang="nl-NL" dirty="0">
                <a:solidFill>
                  <a:srgbClr val="00FF00"/>
                </a:solidFill>
                <a:latin typeface="Courier New" pitchFamily="49"/>
                <a:cs typeface="Courier New" pitchFamily="49"/>
              </a:rPr>
              <a:t>: response templating </a:t>
            </a:r>
            <a:r>
              <a:rPr lang="nl-NL" dirty="0" err="1">
                <a:solidFill>
                  <a:srgbClr val="00FF00"/>
                </a:solidFill>
                <a:latin typeface="Courier New" pitchFamily="49"/>
                <a:cs typeface="Courier New" pitchFamily="49"/>
              </a:rPr>
              <a:t>transformer</a:t>
            </a:r>
            <a:r>
              <a:rPr lang="nl-NL" dirty="0">
                <a:solidFill>
                  <a:srgbClr val="00FF00"/>
                </a:solidFill>
                <a:latin typeface="Courier New" pitchFamily="49"/>
                <a:cs typeface="Courier New" pitchFamily="49"/>
              </a:rPr>
              <a:t> has </a:t>
            </a:r>
            <a:r>
              <a:rPr lang="nl-NL" dirty="0" err="1">
                <a:solidFill>
                  <a:srgbClr val="00FF00"/>
                </a:solidFill>
                <a:latin typeface="Courier New" pitchFamily="49"/>
                <a:cs typeface="Courier New" pitchFamily="49"/>
              </a:rPr>
              <a:t>to</a:t>
            </a:r>
            <a:r>
              <a:rPr lang="nl-NL" dirty="0">
                <a:solidFill>
                  <a:srgbClr val="00FF00"/>
                </a:solidFill>
                <a:latin typeface="Courier New" pitchFamily="49"/>
                <a:cs typeface="Courier New" pitchFamily="49"/>
              </a:rPr>
              <a:t> </a:t>
            </a:r>
            <a:r>
              <a:rPr lang="nl-NL" dirty="0" err="1">
                <a:solidFill>
                  <a:srgbClr val="00FF00"/>
                </a:solidFill>
                <a:latin typeface="Courier New" pitchFamily="49"/>
                <a:cs typeface="Courier New" pitchFamily="49"/>
              </a:rPr>
              <a:t>be</a:t>
            </a:r>
            <a:r>
              <a:rPr lang="nl-NL" dirty="0">
                <a:solidFill>
                  <a:srgbClr val="00FF00"/>
                </a:solidFill>
                <a:latin typeface="Courier New" pitchFamily="49"/>
                <a:cs typeface="Courier New" pitchFamily="49"/>
              </a:rPr>
              <a:t> </a:t>
            </a:r>
            <a:r>
              <a:rPr lang="nl-NL" dirty="0" err="1">
                <a:solidFill>
                  <a:srgbClr val="00FF00"/>
                </a:solidFill>
                <a:latin typeface="Courier New" pitchFamily="49"/>
                <a:cs typeface="Courier New" pitchFamily="49"/>
              </a:rPr>
              <a:t>enabled</a:t>
            </a:r>
            <a:r>
              <a:rPr lang="nl-NL" dirty="0">
                <a:solidFill>
                  <a:srgbClr val="00FF00"/>
                </a:solidFill>
                <a:latin typeface="Courier New" pitchFamily="49"/>
                <a:cs typeface="Courier New" pitchFamily="49"/>
              </a:rPr>
              <a:t> </a:t>
            </a:r>
            <a:r>
              <a:rPr lang="nl-NL" dirty="0" err="1">
                <a:solidFill>
                  <a:srgbClr val="00FF00"/>
                </a:solidFill>
                <a:latin typeface="Courier New" pitchFamily="49"/>
                <a:cs typeface="Courier New" pitchFamily="49"/>
              </a:rPr>
              <a:t>for</a:t>
            </a:r>
            <a:r>
              <a:rPr lang="nl-NL" dirty="0">
                <a:solidFill>
                  <a:srgbClr val="00FF00"/>
                </a:solidFill>
                <a:latin typeface="Courier New" pitchFamily="49"/>
                <a:cs typeface="Courier New" pitchFamily="49"/>
              </a:rPr>
              <a:t> </a:t>
            </a:r>
            <a:r>
              <a:rPr lang="nl-NL" dirty="0" err="1">
                <a:solidFill>
                  <a:srgbClr val="00FF00"/>
                </a:solidFill>
                <a:latin typeface="Courier New" pitchFamily="49"/>
                <a:cs typeface="Courier New" pitchFamily="49"/>
              </a:rPr>
              <a:t>individual</a:t>
            </a:r>
            <a:r>
              <a:rPr lang="nl-NL" dirty="0">
                <a:solidFill>
                  <a:srgbClr val="00FF00"/>
                </a:solidFill>
                <a:latin typeface="Courier New" pitchFamily="49"/>
                <a:cs typeface="Courier New" pitchFamily="49"/>
              </a:rPr>
              <a:t> </a:t>
            </a:r>
            <a:r>
              <a:rPr lang="nl-NL" dirty="0" err="1">
                <a:solidFill>
                  <a:srgbClr val="00FF00"/>
                </a:solidFill>
                <a:latin typeface="Courier New" pitchFamily="49"/>
                <a:cs typeface="Courier New" pitchFamily="49"/>
              </a:rPr>
              <a:t>stubs</a:t>
            </a:r>
            <a:endParaRPr lang="nl-NL" dirty="0">
              <a:solidFill>
                <a:srgbClr val="00FF00"/>
              </a:solidFill>
              <a:latin typeface="Courier New" pitchFamily="49"/>
              <a:cs typeface="Courier New" pitchFamily="49"/>
            </a:endParaRPr>
          </a:p>
          <a:p>
            <a:pPr lvl="0">
              <a:buFont typeface="Courier New" pitchFamily="49"/>
              <a:buChar char="_"/>
            </a:pPr>
            <a:endParaRPr lang="nl-NL" dirty="0">
              <a:solidFill>
                <a:srgbClr val="00FF00"/>
              </a:solidFill>
              <a:latin typeface="Courier New" pitchFamily="49"/>
              <a:cs typeface="Courier New" pitchFamily="49"/>
            </a:endParaRPr>
          </a:p>
        </p:txBody>
      </p:sp>
      <p:pic>
        <p:nvPicPr>
          <p:cNvPr id="6" name="Afbeelding 5">
            <a:extLst>
              <a:ext uri="{FF2B5EF4-FFF2-40B4-BE49-F238E27FC236}">
                <a16:creationId xmlns:a16="http://schemas.microsoft.com/office/drawing/2014/main" id="{139C3216-F9B3-4A53-BB2C-52CE78C1D10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8203" y="2465230"/>
            <a:ext cx="10508569" cy="2330290"/>
          </a:xfrm>
          <a:prstGeom prst="rect">
            <a:avLst/>
          </a:prstGeom>
        </p:spPr>
      </p:pic>
      <p:sp>
        <p:nvSpPr>
          <p:cNvPr id="7" name="Ovaal 6">
            <a:extLst>
              <a:ext uri="{FF2B5EF4-FFF2-40B4-BE49-F238E27FC236}">
                <a16:creationId xmlns:a16="http://schemas.microsoft.com/office/drawing/2014/main" id="{8325D411-3B84-4EB1-AAFD-52D35B375DDD}"/>
              </a:ext>
            </a:extLst>
          </p:cNvPr>
          <p:cNvSpPr/>
          <p:nvPr/>
        </p:nvSpPr>
        <p:spPr>
          <a:xfrm>
            <a:off x="8860228" y="3950495"/>
            <a:ext cx="2680129" cy="473392"/>
          </a:xfrm>
          <a:prstGeom prst="ellipse">
            <a:avLst/>
          </a:prstGeom>
          <a:noFill/>
          <a:ln w="38100">
            <a:solidFill>
              <a:srgbClr val="00FF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NL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91126108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animBg="1"/>
    </p:bldLst>
  </p:timing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Afbeelding 5">
            <a:extLst>
              <a:ext uri="{FF2B5EF4-FFF2-40B4-BE49-F238E27FC236}">
                <a16:creationId xmlns:a16="http://schemas.microsoft.com/office/drawing/2014/main" id="{2A03301B-FA18-5039-E637-8800421D546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8203" y="2605087"/>
            <a:ext cx="10672007" cy="1576388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19F5B244-0AC6-4FDB-90B1-15F77C3031D0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838203" y="365129"/>
            <a:ext cx="11143892" cy="1325559"/>
          </a:xfrm>
        </p:spPr>
        <p:txBody>
          <a:bodyPr>
            <a:normAutofit/>
          </a:bodyPr>
          <a:lstStyle/>
          <a:p>
            <a:pPr lvl="0"/>
            <a:r>
              <a:rPr lang="nl-NL" sz="4000" dirty="0">
                <a:solidFill>
                  <a:srgbClr val="00FF00"/>
                </a:solidFill>
                <a:latin typeface="Courier New" pitchFamily="49"/>
                <a:cs typeface="Courier New" pitchFamily="49"/>
              </a:rPr>
              <a:t>Setup </a:t>
            </a:r>
            <a:r>
              <a:rPr lang="nl-NL" sz="4000">
                <a:solidFill>
                  <a:srgbClr val="00FF00"/>
                </a:solidFill>
                <a:latin typeface="Courier New" pitchFamily="49"/>
                <a:cs typeface="Courier New" pitchFamily="49"/>
              </a:rPr>
              <a:t>response templating (JUnit 5)</a:t>
            </a:r>
            <a:endParaRPr lang="nl-NL" sz="4000" dirty="0">
              <a:solidFill>
                <a:srgbClr val="00FF00"/>
              </a:solidFill>
              <a:latin typeface="Courier New" pitchFamily="49"/>
              <a:cs typeface="Courier New" pitchFamily="49"/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139C82B-AD86-4DD7-A5E8-FF4019CEF5E1}"/>
              </a:ext>
            </a:extLst>
          </p:cNvPr>
          <p:cNvSpPr txBox="1">
            <a:spLocks noGrp="1"/>
          </p:cNvSpPr>
          <p:nvPr>
            <p:ph idx="1"/>
          </p:nvPr>
        </p:nvSpPr>
        <p:spPr>
          <a:xfrm>
            <a:off x="838204" y="1825627"/>
            <a:ext cx="11001372" cy="4351336"/>
          </a:xfrm>
        </p:spPr>
        <p:txBody>
          <a:bodyPr/>
          <a:lstStyle/>
          <a:p>
            <a:pPr lvl="0">
              <a:buFont typeface="Courier New" pitchFamily="49"/>
              <a:buChar char="_"/>
            </a:pPr>
            <a:r>
              <a:rPr lang="nl-NL" dirty="0">
                <a:solidFill>
                  <a:srgbClr val="00FF00"/>
                </a:solidFill>
                <a:latin typeface="Courier New" pitchFamily="49"/>
                <a:cs typeface="Courier New" pitchFamily="49"/>
              </a:rPr>
              <a:t>In code: </a:t>
            </a:r>
            <a:r>
              <a:rPr lang="nl-NL" dirty="0" err="1">
                <a:solidFill>
                  <a:srgbClr val="00FF00"/>
                </a:solidFill>
                <a:latin typeface="Courier New" pitchFamily="49"/>
                <a:cs typeface="Courier New" pitchFamily="49"/>
              </a:rPr>
              <a:t>through</a:t>
            </a:r>
            <a:r>
              <a:rPr lang="nl-NL" dirty="0">
                <a:solidFill>
                  <a:srgbClr val="00FF00"/>
                </a:solidFill>
                <a:latin typeface="Courier New" pitchFamily="49"/>
                <a:cs typeface="Courier New" pitchFamily="49"/>
              </a:rPr>
              <a:t> </a:t>
            </a:r>
            <a:r>
              <a:rPr lang="nl-NL" err="1">
                <a:solidFill>
                  <a:srgbClr val="00FF00"/>
                </a:solidFill>
                <a:latin typeface="Courier New" pitchFamily="49"/>
                <a:cs typeface="Courier New" pitchFamily="49"/>
              </a:rPr>
              <a:t>the</a:t>
            </a:r>
            <a:r>
              <a:rPr lang="nl-NL">
                <a:solidFill>
                  <a:srgbClr val="00FF00"/>
                </a:solidFill>
                <a:latin typeface="Courier New" pitchFamily="49"/>
                <a:cs typeface="Courier New" pitchFamily="49"/>
              </a:rPr>
              <a:t> JUnit @RegisterExtension</a:t>
            </a:r>
            <a:endParaRPr lang="nl-NL" dirty="0">
              <a:solidFill>
                <a:srgbClr val="00FF00"/>
              </a:solidFill>
              <a:latin typeface="Courier New" pitchFamily="49"/>
              <a:cs typeface="Courier New" pitchFamily="49"/>
            </a:endParaRPr>
          </a:p>
          <a:p>
            <a:pPr lvl="0">
              <a:buFont typeface="Courier New" pitchFamily="49"/>
              <a:buChar char="_"/>
            </a:pPr>
            <a:endParaRPr lang="nl-NL" dirty="0">
              <a:solidFill>
                <a:srgbClr val="00FF00"/>
              </a:solidFill>
              <a:latin typeface="Courier New" pitchFamily="49"/>
              <a:cs typeface="Courier New" pitchFamily="49"/>
            </a:endParaRPr>
          </a:p>
          <a:p>
            <a:pPr lvl="0">
              <a:buFont typeface="Courier New" pitchFamily="49"/>
              <a:buChar char="_"/>
            </a:pPr>
            <a:endParaRPr lang="nl-NL" dirty="0">
              <a:solidFill>
                <a:srgbClr val="00FF00"/>
              </a:solidFill>
              <a:latin typeface="Courier New" pitchFamily="49"/>
              <a:cs typeface="Courier New" pitchFamily="49"/>
            </a:endParaRPr>
          </a:p>
          <a:p>
            <a:pPr lvl="0">
              <a:buFont typeface="Courier New" pitchFamily="49"/>
              <a:buChar char="_"/>
            </a:pPr>
            <a:endParaRPr lang="nl-NL" dirty="0">
              <a:solidFill>
                <a:srgbClr val="00FF00"/>
              </a:solidFill>
              <a:latin typeface="Courier New" pitchFamily="49"/>
              <a:cs typeface="Courier New" pitchFamily="49"/>
            </a:endParaRPr>
          </a:p>
          <a:p>
            <a:pPr lvl="0">
              <a:buFont typeface="Courier New" pitchFamily="49"/>
              <a:buChar char="_"/>
            </a:pPr>
            <a:endParaRPr lang="nl-NL">
              <a:solidFill>
                <a:srgbClr val="00FF00"/>
              </a:solidFill>
              <a:latin typeface="Courier New" pitchFamily="49"/>
              <a:cs typeface="Courier New" pitchFamily="49"/>
            </a:endParaRPr>
          </a:p>
          <a:p>
            <a:pPr lvl="0">
              <a:buFont typeface="Courier New" pitchFamily="49"/>
              <a:buChar char="_"/>
            </a:pPr>
            <a:r>
              <a:rPr lang="nl-NL">
                <a:solidFill>
                  <a:srgbClr val="00FF00"/>
                </a:solidFill>
                <a:latin typeface="Courier New" pitchFamily="49"/>
                <a:cs typeface="Courier New" pitchFamily="49"/>
              </a:rPr>
              <a:t>Argument </a:t>
            </a:r>
            <a:r>
              <a:rPr lang="nl-NL" dirty="0">
                <a:solidFill>
                  <a:srgbClr val="00FF00"/>
                </a:solidFill>
                <a:latin typeface="Courier New" pitchFamily="49"/>
                <a:cs typeface="Courier New" pitchFamily="49"/>
              </a:rPr>
              <a:t>== </a:t>
            </a:r>
            <a:r>
              <a:rPr lang="nl-NL" dirty="0" err="1">
                <a:solidFill>
                  <a:srgbClr val="00FF00"/>
                </a:solidFill>
                <a:latin typeface="Courier New" pitchFamily="49"/>
                <a:cs typeface="Courier New" pitchFamily="49"/>
              </a:rPr>
              <a:t>false</a:t>
            </a:r>
            <a:r>
              <a:rPr lang="nl-NL" dirty="0">
                <a:solidFill>
                  <a:srgbClr val="00FF00"/>
                </a:solidFill>
                <a:latin typeface="Courier New" pitchFamily="49"/>
                <a:cs typeface="Courier New" pitchFamily="49"/>
              </a:rPr>
              <a:t>: response </a:t>
            </a:r>
            <a:r>
              <a:rPr lang="nl-NL">
                <a:solidFill>
                  <a:srgbClr val="00FF00"/>
                </a:solidFill>
                <a:latin typeface="Courier New" pitchFamily="49"/>
                <a:cs typeface="Courier New" pitchFamily="49"/>
              </a:rPr>
              <a:t>templating has </a:t>
            </a:r>
            <a:r>
              <a:rPr lang="nl-NL" dirty="0" err="1">
                <a:solidFill>
                  <a:srgbClr val="00FF00"/>
                </a:solidFill>
                <a:latin typeface="Courier New" pitchFamily="49"/>
                <a:cs typeface="Courier New" pitchFamily="49"/>
              </a:rPr>
              <a:t>to</a:t>
            </a:r>
            <a:r>
              <a:rPr lang="nl-NL" dirty="0">
                <a:solidFill>
                  <a:srgbClr val="00FF00"/>
                </a:solidFill>
                <a:latin typeface="Courier New" pitchFamily="49"/>
                <a:cs typeface="Courier New" pitchFamily="49"/>
              </a:rPr>
              <a:t> </a:t>
            </a:r>
            <a:r>
              <a:rPr lang="nl-NL" dirty="0" err="1">
                <a:solidFill>
                  <a:srgbClr val="00FF00"/>
                </a:solidFill>
                <a:latin typeface="Courier New" pitchFamily="49"/>
                <a:cs typeface="Courier New" pitchFamily="49"/>
              </a:rPr>
              <a:t>be</a:t>
            </a:r>
            <a:r>
              <a:rPr lang="nl-NL" dirty="0">
                <a:solidFill>
                  <a:srgbClr val="00FF00"/>
                </a:solidFill>
                <a:latin typeface="Courier New" pitchFamily="49"/>
                <a:cs typeface="Courier New" pitchFamily="49"/>
              </a:rPr>
              <a:t> </a:t>
            </a:r>
            <a:r>
              <a:rPr lang="nl-NL" dirty="0" err="1">
                <a:solidFill>
                  <a:srgbClr val="00FF00"/>
                </a:solidFill>
                <a:latin typeface="Courier New" pitchFamily="49"/>
                <a:cs typeface="Courier New" pitchFamily="49"/>
              </a:rPr>
              <a:t>enabled</a:t>
            </a:r>
            <a:r>
              <a:rPr lang="nl-NL" dirty="0">
                <a:solidFill>
                  <a:srgbClr val="00FF00"/>
                </a:solidFill>
                <a:latin typeface="Courier New" pitchFamily="49"/>
                <a:cs typeface="Courier New" pitchFamily="49"/>
              </a:rPr>
              <a:t> </a:t>
            </a:r>
            <a:r>
              <a:rPr lang="nl-NL" dirty="0" err="1">
                <a:solidFill>
                  <a:srgbClr val="00FF00"/>
                </a:solidFill>
                <a:latin typeface="Courier New" pitchFamily="49"/>
                <a:cs typeface="Courier New" pitchFamily="49"/>
              </a:rPr>
              <a:t>for</a:t>
            </a:r>
            <a:r>
              <a:rPr lang="nl-NL" dirty="0">
                <a:solidFill>
                  <a:srgbClr val="00FF00"/>
                </a:solidFill>
                <a:latin typeface="Courier New" pitchFamily="49"/>
                <a:cs typeface="Courier New" pitchFamily="49"/>
              </a:rPr>
              <a:t> </a:t>
            </a:r>
            <a:r>
              <a:rPr lang="nl-NL" dirty="0" err="1">
                <a:solidFill>
                  <a:srgbClr val="00FF00"/>
                </a:solidFill>
                <a:latin typeface="Courier New" pitchFamily="49"/>
                <a:cs typeface="Courier New" pitchFamily="49"/>
              </a:rPr>
              <a:t>individual</a:t>
            </a:r>
            <a:r>
              <a:rPr lang="nl-NL" dirty="0">
                <a:solidFill>
                  <a:srgbClr val="00FF00"/>
                </a:solidFill>
                <a:latin typeface="Courier New" pitchFamily="49"/>
                <a:cs typeface="Courier New" pitchFamily="49"/>
              </a:rPr>
              <a:t> </a:t>
            </a:r>
            <a:r>
              <a:rPr lang="nl-NL" dirty="0" err="1">
                <a:solidFill>
                  <a:srgbClr val="00FF00"/>
                </a:solidFill>
                <a:latin typeface="Courier New" pitchFamily="49"/>
                <a:cs typeface="Courier New" pitchFamily="49"/>
              </a:rPr>
              <a:t>stubs</a:t>
            </a:r>
            <a:endParaRPr lang="nl-NL" dirty="0">
              <a:solidFill>
                <a:srgbClr val="00FF00"/>
              </a:solidFill>
              <a:latin typeface="Courier New" pitchFamily="49"/>
              <a:cs typeface="Courier New" pitchFamily="49"/>
            </a:endParaRPr>
          </a:p>
          <a:p>
            <a:pPr lvl="0">
              <a:buFont typeface="Courier New" pitchFamily="49"/>
              <a:buChar char="_"/>
            </a:pPr>
            <a:endParaRPr lang="nl-NL" dirty="0">
              <a:solidFill>
                <a:srgbClr val="00FF00"/>
              </a:solidFill>
              <a:latin typeface="Courier New" pitchFamily="49"/>
              <a:cs typeface="Courier New" pitchFamily="49"/>
            </a:endParaRPr>
          </a:p>
        </p:txBody>
      </p:sp>
      <p:sp>
        <p:nvSpPr>
          <p:cNvPr id="7" name="Ovaal 6">
            <a:extLst>
              <a:ext uri="{FF2B5EF4-FFF2-40B4-BE49-F238E27FC236}">
                <a16:creationId xmlns:a16="http://schemas.microsoft.com/office/drawing/2014/main" id="{8325D411-3B84-4EB1-AAFD-52D35B375DDD}"/>
              </a:ext>
            </a:extLst>
          </p:cNvPr>
          <p:cNvSpPr/>
          <p:nvPr/>
        </p:nvSpPr>
        <p:spPr>
          <a:xfrm>
            <a:off x="7572376" y="3313902"/>
            <a:ext cx="3947360" cy="473392"/>
          </a:xfrm>
          <a:prstGeom prst="ellipse">
            <a:avLst/>
          </a:prstGeom>
          <a:noFill/>
          <a:ln w="38100">
            <a:solidFill>
              <a:srgbClr val="00FF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NL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70766551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animBg="1"/>
    </p:bldLst>
  </p:timing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Afbeelding 4">
            <a:extLst>
              <a:ext uri="{FF2B5EF4-FFF2-40B4-BE49-F238E27FC236}">
                <a16:creationId xmlns:a16="http://schemas.microsoft.com/office/drawing/2014/main" id="{BE4D1A34-25B5-C322-E33D-E3FD40CF7F5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6919" y="3308349"/>
            <a:ext cx="10679193" cy="2868613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19F5B244-0AC6-4FDB-90B1-15F77C3031D0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838202" y="365129"/>
            <a:ext cx="11048997" cy="1325559"/>
          </a:xfrm>
        </p:spPr>
        <p:txBody>
          <a:bodyPr/>
          <a:lstStyle/>
          <a:p>
            <a:pPr lvl="0"/>
            <a:r>
              <a:rPr lang="nl-NL" dirty="0" err="1">
                <a:solidFill>
                  <a:srgbClr val="00FF00"/>
                </a:solidFill>
                <a:latin typeface="Courier New" pitchFamily="49"/>
                <a:cs typeface="Courier New" pitchFamily="49"/>
              </a:rPr>
              <a:t>Enable</a:t>
            </a:r>
            <a:r>
              <a:rPr lang="nl-NL" dirty="0">
                <a:solidFill>
                  <a:srgbClr val="00FF00"/>
                </a:solidFill>
                <a:latin typeface="Courier New" pitchFamily="49"/>
                <a:cs typeface="Courier New" pitchFamily="49"/>
              </a:rPr>
              <a:t>/</a:t>
            </a:r>
            <a:r>
              <a:rPr lang="nl-NL" dirty="0" err="1">
                <a:solidFill>
                  <a:srgbClr val="00FF00"/>
                </a:solidFill>
                <a:latin typeface="Courier New" pitchFamily="49"/>
                <a:cs typeface="Courier New" pitchFamily="49"/>
              </a:rPr>
              <a:t>apply</a:t>
            </a:r>
            <a:r>
              <a:rPr lang="nl-NL" dirty="0">
                <a:solidFill>
                  <a:srgbClr val="00FF00"/>
                </a:solidFill>
                <a:latin typeface="Courier New" pitchFamily="49"/>
                <a:cs typeface="Courier New" pitchFamily="49"/>
              </a:rPr>
              <a:t> response templating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139C82B-AD86-4DD7-A5E8-FF4019CEF5E1}"/>
              </a:ext>
            </a:extLst>
          </p:cNvPr>
          <p:cNvSpPr txBox="1">
            <a:spLocks noGrp="1"/>
          </p:cNvSpPr>
          <p:nvPr>
            <p:ph idx="1"/>
          </p:nvPr>
        </p:nvSpPr>
        <p:spPr>
          <a:xfrm>
            <a:off x="838203" y="1825627"/>
            <a:ext cx="11143893" cy="4351336"/>
          </a:xfrm>
        </p:spPr>
        <p:txBody>
          <a:bodyPr/>
          <a:lstStyle/>
          <a:p>
            <a:pPr lvl="0">
              <a:buFont typeface="Courier New" pitchFamily="49"/>
              <a:buChar char="_"/>
            </a:pPr>
            <a:r>
              <a:rPr lang="nl-NL" dirty="0" err="1">
                <a:solidFill>
                  <a:srgbClr val="00FF00"/>
                </a:solidFill>
                <a:latin typeface="Courier New" pitchFamily="49"/>
                <a:cs typeface="Courier New" pitchFamily="49"/>
              </a:rPr>
              <a:t>This</a:t>
            </a:r>
            <a:r>
              <a:rPr lang="nl-NL" dirty="0">
                <a:solidFill>
                  <a:srgbClr val="00FF00"/>
                </a:solidFill>
                <a:latin typeface="Courier New" pitchFamily="49"/>
                <a:cs typeface="Courier New" pitchFamily="49"/>
              </a:rPr>
              <a:t> template </a:t>
            </a:r>
            <a:r>
              <a:rPr lang="nl-NL" dirty="0" err="1">
                <a:solidFill>
                  <a:srgbClr val="00FF00"/>
                </a:solidFill>
                <a:latin typeface="Courier New" pitchFamily="49"/>
                <a:cs typeface="Courier New" pitchFamily="49"/>
              </a:rPr>
              <a:t>reads</a:t>
            </a:r>
            <a:r>
              <a:rPr lang="nl-NL" dirty="0">
                <a:solidFill>
                  <a:srgbClr val="00FF00"/>
                </a:solidFill>
                <a:latin typeface="Courier New" pitchFamily="49"/>
                <a:cs typeface="Courier New" pitchFamily="49"/>
              </a:rPr>
              <a:t> </a:t>
            </a:r>
            <a:r>
              <a:rPr lang="nl-NL" dirty="0" err="1">
                <a:solidFill>
                  <a:srgbClr val="00FF00"/>
                </a:solidFill>
                <a:latin typeface="Courier New" pitchFamily="49"/>
                <a:cs typeface="Courier New" pitchFamily="49"/>
              </a:rPr>
              <a:t>the</a:t>
            </a:r>
            <a:r>
              <a:rPr lang="nl-NL" dirty="0">
                <a:solidFill>
                  <a:srgbClr val="00FF00"/>
                </a:solidFill>
                <a:latin typeface="Courier New" pitchFamily="49"/>
                <a:cs typeface="Courier New" pitchFamily="49"/>
              </a:rPr>
              <a:t> HTTP </a:t>
            </a:r>
            <a:r>
              <a:rPr lang="nl-NL" dirty="0" err="1">
                <a:solidFill>
                  <a:srgbClr val="00FF00"/>
                </a:solidFill>
                <a:latin typeface="Courier New" pitchFamily="49"/>
                <a:cs typeface="Courier New" pitchFamily="49"/>
              </a:rPr>
              <a:t>request</a:t>
            </a:r>
            <a:r>
              <a:rPr lang="nl-NL" dirty="0">
                <a:solidFill>
                  <a:srgbClr val="00FF00"/>
                </a:solidFill>
                <a:latin typeface="Courier New" pitchFamily="49"/>
                <a:cs typeface="Courier New" pitchFamily="49"/>
              </a:rPr>
              <a:t> </a:t>
            </a:r>
            <a:r>
              <a:rPr lang="nl-NL" dirty="0" err="1">
                <a:solidFill>
                  <a:srgbClr val="00FF00"/>
                </a:solidFill>
                <a:latin typeface="Courier New" pitchFamily="49"/>
                <a:cs typeface="Courier New" pitchFamily="49"/>
              </a:rPr>
              <a:t>method</a:t>
            </a:r>
            <a:r>
              <a:rPr lang="nl-NL" dirty="0">
                <a:solidFill>
                  <a:srgbClr val="00FF00"/>
                </a:solidFill>
                <a:latin typeface="Courier New" pitchFamily="49"/>
                <a:cs typeface="Courier New" pitchFamily="49"/>
              </a:rPr>
              <a:t> (GET/POST/</a:t>
            </a:r>
            <a:r>
              <a:rPr lang="nl-NL">
                <a:solidFill>
                  <a:srgbClr val="00FF00"/>
                </a:solidFill>
                <a:latin typeface="Courier New" pitchFamily="49"/>
                <a:cs typeface="Courier New" pitchFamily="49"/>
              </a:rPr>
              <a:t>PUT/…) using </a:t>
            </a:r>
            <a:r>
              <a:rPr lang="nl-NL" i="1">
                <a:solidFill>
                  <a:srgbClr val="00FF00"/>
                </a:solidFill>
                <a:latin typeface="Courier New" pitchFamily="49"/>
                <a:cs typeface="Courier New" pitchFamily="49"/>
              </a:rPr>
              <a:t>{{request.method}}</a:t>
            </a:r>
            <a:r>
              <a:rPr lang="nl-NL">
                <a:solidFill>
                  <a:srgbClr val="00FF00"/>
                </a:solidFill>
                <a:latin typeface="Courier New" pitchFamily="49"/>
                <a:cs typeface="Courier New" pitchFamily="49"/>
              </a:rPr>
              <a:t> </a:t>
            </a:r>
            <a:r>
              <a:rPr lang="nl-NL" dirty="0" err="1">
                <a:solidFill>
                  <a:srgbClr val="00FF00"/>
                </a:solidFill>
                <a:latin typeface="Courier New" pitchFamily="49"/>
                <a:cs typeface="Courier New" pitchFamily="49"/>
              </a:rPr>
              <a:t>and</a:t>
            </a:r>
            <a:r>
              <a:rPr lang="nl-NL" dirty="0">
                <a:solidFill>
                  <a:srgbClr val="00FF00"/>
                </a:solidFill>
                <a:latin typeface="Courier New" pitchFamily="49"/>
                <a:cs typeface="Courier New" pitchFamily="49"/>
              </a:rPr>
              <a:t> returns </a:t>
            </a:r>
            <a:r>
              <a:rPr lang="nl-NL" dirty="0" err="1">
                <a:solidFill>
                  <a:srgbClr val="00FF00"/>
                </a:solidFill>
                <a:latin typeface="Courier New" pitchFamily="49"/>
                <a:cs typeface="Courier New" pitchFamily="49"/>
              </a:rPr>
              <a:t>it</a:t>
            </a:r>
            <a:r>
              <a:rPr lang="nl-NL" dirty="0">
                <a:solidFill>
                  <a:srgbClr val="00FF00"/>
                </a:solidFill>
                <a:latin typeface="Courier New" pitchFamily="49"/>
                <a:cs typeface="Courier New" pitchFamily="49"/>
              </a:rPr>
              <a:t> as </a:t>
            </a:r>
            <a:r>
              <a:rPr lang="nl-NL" dirty="0" err="1">
                <a:solidFill>
                  <a:srgbClr val="00FF00"/>
                </a:solidFill>
                <a:latin typeface="Courier New" pitchFamily="49"/>
                <a:cs typeface="Courier New" pitchFamily="49"/>
              </a:rPr>
              <a:t>the</a:t>
            </a:r>
            <a:r>
              <a:rPr lang="nl-NL" dirty="0">
                <a:solidFill>
                  <a:srgbClr val="00FF00"/>
                </a:solidFill>
                <a:latin typeface="Courier New" pitchFamily="49"/>
                <a:cs typeface="Courier New" pitchFamily="49"/>
              </a:rPr>
              <a:t> response body</a:t>
            </a:r>
          </a:p>
        </p:txBody>
      </p:sp>
      <p:sp>
        <p:nvSpPr>
          <p:cNvPr id="9" name="Ovaal 8">
            <a:extLst>
              <a:ext uri="{FF2B5EF4-FFF2-40B4-BE49-F238E27FC236}">
                <a16:creationId xmlns:a16="http://schemas.microsoft.com/office/drawing/2014/main" id="{92BD8755-33D2-4AC3-8182-D321DAAF94BE}"/>
              </a:ext>
            </a:extLst>
          </p:cNvPr>
          <p:cNvSpPr/>
          <p:nvPr/>
        </p:nvSpPr>
        <p:spPr>
          <a:xfrm>
            <a:off x="6635188" y="4724400"/>
            <a:ext cx="3717852" cy="406400"/>
          </a:xfrm>
          <a:prstGeom prst="ellipse">
            <a:avLst/>
          </a:prstGeom>
          <a:noFill/>
          <a:ln w="38100">
            <a:solidFill>
              <a:srgbClr val="00FF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NL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0" name="Ovaal 9">
            <a:extLst>
              <a:ext uri="{FF2B5EF4-FFF2-40B4-BE49-F238E27FC236}">
                <a16:creationId xmlns:a16="http://schemas.microsoft.com/office/drawing/2014/main" id="{B6A0C43D-4EB2-4D3E-ABAF-97DACAB5D854}"/>
              </a:ext>
            </a:extLst>
          </p:cNvPr>
          <p:cNvSpPr/>
          <p:nvPr/>
        </p:nvSpPr>
        <p:spPr>
          <a:xfrm>
            <a:off x="2682380" y="5110480"/>
            <a:ext cx="6664820" cy="379512"/>
          </a:xfrm>
          <a:prstGeom prst="ellipse">
            <a:avLst/>
          </a:prstGeom>
          <a:noFill/>
          <a:ln w="38100">
            <a:solidFill>
              <a:srgbClr val="00FF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NL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1" name="Tekstvak 10">
            <a:extLst>
              <a:ext uri="{FF2B5EF4-FFF2-40B4-BE49-F238E27FC236}">
                <a16:creationId xmlns:a16="http://schemas.microsoft.com/office/drawing/2014/main" id="{7D3700C5-4BA7-4258-9EA9-0193C4E257E5}"/>
              </a:ext>
            </a:extLst>
          </p:cNvPr>
          <p:cNvSpPr txBox="1"/>
          <p:nvPr/>
        </p:nvSpPr>
        <p:spPr>
          <a:xfrm>
            <a:off x="3209227" y="5950786"/>
            <a:ext cx="7743253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srgbClr val="00FF00"/>
                </a:solidFill>
                <a:effectLst/>
                <a:uLnTx/>
                <a:uFillTx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This call to </a:t>
            </a:r>
            <a:r>
              <a:rPr kumimoji="0" lang="en-US" sz="1800" b="0" i="1" u="none" strike="noStrike" kern="1200" cap="none" spc="0" normalizeH="0" baseline="0" noProof="0">
                <a:ln>
                  <a:noFill/>
                </a:ln>
                <a:solidFill>
                  <a:srgbClr val="00FF00"/>
                </a:solidFill>
                <a:effectLst/>
                <a:uLnTx/>
                <a:uFillTx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withTransformers()</a:t>
            </a:r>
            <a:r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srgbClr val="00FF00"/>
                </a:solidFill>
                <a:effectLst/>
                <a:uLnTx/>
                <a:uFillTx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 is only necessary when response templating isn’t activated globally</a:t>
            </a:r>
            <a:endParaRPr kumimoji="0" lang="en-NL" sz="1800" b="0" i="0" u="none" strike="noStrike" kern="1200" cap="none" spc="0" normalizeH="0" baseline="0" noProof="0">
              <a:ln>
                <a:noFill/>
              </a:ln>
              <a:solidFill>
                <a:srgbClr val="00FF00"/>
              </a:solidFill>
              <a:effectLst/>
              <a:uLnTx/>
              <a:uFillTx/>
              <a:latin typeface="Courier New" panose="02070309020205020404" pitchFamily="49" charset="0"/>
              <a:ea typeface="+mn-ea"/>
              <a:cs typeface="Courier New" panose="020703090202050204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58704958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10" grpId="0" animBg="1"/>
      <p:bldP spid="11" grpId="0"/>
    </p:bldLst>
  </p:timing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Afbeelding 3">
            <a:extLst>
              <a:ext uri="{FF2B5EF4-FFF2-40B4-BE49-F238E27FC236}">
                <a16:creationId xmlns:a16="http://schemas.microsoft.com/office/drawing/2014/main" id="{91E70AA3-EE8D-AD38-B5F1-2C066CB6664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6918" y="1429383"/>
            <a:ext cx="10679193" cy="1577449"/>
          </a:xfrm>
          <a:prstGeom prst="rect">
            <a:avLst/>
          </a:prstGeom>
        </p:spPr>
      </p:pic>
      <p:pic>
        <p:nvPicPr>
          <p:cNvPr id="5" name="Afbeelding 4">
            <a:extLst>
              <a:ext uri="{FF2B5EF4-FFF2-40B4-BE49-F238E27FC236}">
                <a16:creationId xmlns:a16="http://schemas.microsoft.com/office/drawing/2014/main" id="{BE4D1A34-25B5-C322-E33D-E3FD40CF7F5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56919" y="3728504"/>
            <a:ext cx="10679193" cy="2868613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19F5B244-0AC6-4FDB-90B1-15F77C3031D0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838202" y="365129"/>
            <a:ext cx="11048997" cy="1325559"/>
          </a:xfrm>
        </p:spPr>
        <p:txBody>
          <a:bodyPr/>
          <a:lstStyle/>
          <a:p>
            <a:pPr lvl="0"/>
            <a:r>
              <a:rPr lang="nl-NL">
                <a:solidFill>
                  <a:srgbClr val="00FF00"/>
                </a:solidFill>
                <a:latin typeface="Courier New" pitchFamily="49"/>
                <a:cs typeface="Courier New" pitchFamily="49"/>
              </a:rPr>
              <a:t>One thing to keep in mind…</a:t>
            </a:r>
            <a:endParaRPr lang="nl-NL" dirty="0">
              <a:solidFill>
                <a:srgbClr val="00FF00"/>
              </a:solidFill>
              <a:latin typeface="Courier New" pitchFamily="49"/>
              <a:cs typeface="Courier New" pitchFamily="49"/>
            </a:endParaRPr>
          </a:p>
        </p:txBody>
      </p:sp>
      <p:sp>
        <p:nvSpPr>
          <p:cNvPr id="9" name="Ovaal 8">
            <a:extLst>
              <a:ext uri="{FF2B5EF4-FFF2-40B4-BE49-F238E27FC236}">
                <a16:creationId xmlns:a16="http://schemas.microsoft.com/office/drawing/2014/main" id="{92BD8755-33D2-4AC3-8182-D321DAAF94BE}"/>
              </a:ext>
            </a:extLst>
          </p:cNvPr>
          <p:cNvSpPr/>
          <p:nvPr/>
        </p:nvSpPr>
        <p:spPr>
          <a:xfrm>
            <a:off x="4559300" y="1815349"/>
            <a:ext cx="1574800" cy="406400"/>
          </a:xfrm>
          <a:prstGeom prst="ellipse">
            <a:avLst/>
          </a:prstGeom>
          <a:noFill/>
          <a:ln w="38100">
            <a:solidFill>
              <a:srgbClr val="00FF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NL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0" name="Ovaal 9">
            <a:extLst>
              <a:ext uri="{FF2B5EF4-FFF2-40B4-BE49-F238E27FC236}">
                <a16:creationId xmlns:a16="http://schemas.microsoft.com/office/drawing/2014/main" id="{B6A0C43D-4EB2-4D3E-ABAF-97DACAB5D854}"/>
              </a:ext>
            </a:extLst>
          </p:cNvPr>
          <p:cNvSpPr/>
          <p:nvPr/>
        </p:nvSpPr>
        <p:spPr>
          <a:xfrm>
            <a:off x="1239660" y="4397214"/>
            <a:ext cx="2966580" cy="438946"/>
          </a:xfrm>
          <a:prstGeom prst="ellipse">
            <a:avLst/>
          </a:prstGeom>
          <a:noFill/>
          <a:ln w="38100">
            <a:solidFill>
              <a:srgbClr val="00FF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NL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1" name="Tekstvak 10">
            <a:extLst>
              <a:ext uri="{FF2B5EF4-FFF2-40B4-BE49-F238E27FC236}">
                <a16:creationId xmlns:a16="http://schemas.microsoft.com/office/drawing/2014/main" id="{7D3700C5-4BA7-4258-9EA9-0193C4E257E5}"/>
              </a:ext>
            </a:extLst>
          </p:cNvPr>
          <p:cNvSpPr txBox="1"/>
          <p:nvPr/>
        </p:nvSpPr>
        <p:spPr>
          <a:xfrm>
            <a:off x="2651761" y="5950786"/>
            <a:ext cx="9337038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srgbClr val="00FF00"/>
                </a:solidFill>
                <a:effectLst/>
                <a:uLnTx/>
                <a:uFillTx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… we need to explicitly assign our stub definition to that instance here, or else the stub</a:t>
            </a:r>
            <a:r>
              <a:rPr kumimoji="0" lang="en-US" sz="1800" b="0" i="0" u="none" strike="noStrike" kern="1200" cap="none" spc="0" normalizeH="0" noProof="0">
                <a:ln>
                  <a:noFill/>
                </a:ln>
                <a:solidFill>
                  <a:srgbClr val="00FF00"/>
                </a:solidFill>
                <a:effectLst/>
                <a:uLnTx/>
                <a:uFillTx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 definition will not be picked up!</a:t>
            </a:r>
            <a:endParaRPr kumimoji="0" lang="en-NL" sz="1800" b="0" i="0" u="none" strike="noStrike" kern="1200" cap="none" spc="0" normalizeH="0" baseline="0" noProof="0">
              <a:ln>
                <a:noFill/>
              </a:ln>
              <a:solidFill>
                <a:srgbClr val="00FF00"/>
              </a:solidFill>
              <a:effectLst/>
              <a:uLnTx/>
              <a:uFillTx/>
              <a:latin typeface="Courier New" panose="02070309020205020404" pitchFamily="49" charset="0"/>
              <a:ea typeface="+mn-ea"/>
              <a:cs typeface="Courier New" panose="02070309020205020404" pitchFamily="49" charset="0"/>
            </a:endParaRPr>
          </a:p>
        </p:txBody>
      </p:sp>
      <p:sp>
        <p:nvSpPr>
          <p:cNvPr id="12" name="Tekstvak 11">
            <a:extLst>
              <a:ext uri="{FF2B5EF4-FFF2-40B4-BE49-F238E27FC236}">
                <a16:creationId xmlns:a16="http://schemas.microsoft.com/office/drawing/2014/main" id="{20586778-171E-C8D5-3A26-A740233F2617}"/>
              </a:ext>
            </a:extLst>
          </p:cNvPr>
          <p:cNvSpPr txBox="1"/>
          <p:nvPr/>
        </p:nvSpPr>
        <p:spPr>
          <a:xfrm>
            <a:off x="5630545" y="2683666"/>
            <a:ext cx="5375973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srgbClr val="00FF00"/>
                </a:solidFill>
                <a:effectLst/>
                <a:uLnTx/>
                <a:uFillTx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Because we’re explicitly initializing</a:t>
            </a:r>
            <a:r>
              <a:rPr kumimoji="0" lang="en-US" sz="1800" b="0" i="0" u="none" strike="noStrike" kern="1200" cap="none" spc="0" normalizeH="0" noProof="0">
                <a:ln>
                  <a:noFill/>
                </a:ln>
                <a:solidFill>
                  <a:srgbClr val="00FF00"/>
                </a:solidFill>
                <a:effectLst/>
                <a:uLnTx/>
                <a:uFillTx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 a WireMock instance here…</a:t>
            </a:r>
            <a:endParaRPr kumimoji="0" lang="en-NL" sz="1800" b="0" i="0" u="none" strike="noStrike" kern="1200" cap="none" spc="0" normalizeH="0" baseline="0" noProof="0">
              <a:ln>
                <a:noFill/>
              </a:ln>
              <a:solidFill>
                <a:srgbClr val="00FF00"/>
              </a:solidFill>
              <a:effectLst/>
              <a:uLnTx/>
              <a:uFillTx/>
              <a:latin typeface="Courier New" panose="02070309020205020404" pitchFamily="49" charset="0"/>
              <a:ea typeface="+mn-ea"/>
              <a:cs typeface="Courier New" panose="020703090202050204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35355117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10" grpId="0" animBg="1"/>
      <p:bldP spid="11" grpId="0"/>
      <p:bldP spid="12" grpId="0"/>
    </p:bldLst>
  </p:timing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9F5B244-0AC6-4FDB-90B1-15F77C3031D0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838202" y="365129"/>
            <a:ext cx="11048997" cy="1325559"/>
          </a:xfrm>
        </p:spPr>
        <p:txBody>
          <a:bodyPr/>
          <a:lstStyle/>
          <a:p>
            <a:pPr lvl="0"/>
            <a:r>
              <a:rPr lang="nl-NL" dirty="0" err="1">
                <a:solidFill>
                  <a:srgbClr val="00FF00"/>
                </a:solidFill>
                <a:latin typeface="Courier New" pitchFamily="49"/>
                <a:cs typeface="Courier New" pitchFamily="49"/>
              </a:rPr>
              <a:t>Request</a:t>
            </a:r>
            <a:r>
              <a:rPr lang="nl-NL" dirty="0">
                <a:solidFill>
                  <a:srgbClr val="00FF00"/>
                </a:solidFill>
                <a:latin typeface="Courier New" pitchFamily="49"/>
                <a:cs typeface="Courier New" pitchFamily="49"/>
              </a:rPr>
              <a:t> </a:t>
            </a:r>
            <a:r>
              <a:rPr lang="nl-NL" dirty="0" err="1">
                <a:solidFill>
                  <a:srgbClr val="00FF00"/>
                </a:solidFill>
                <a:latin typeface="Courier New" pitchFamily="49"/>
                <a:cs typeface="Courier New" pitchFamily="49"/>
              </a:rPr>
              <a:t>attributes</a:t>
            </a:r>
            <a:endParaRPr lang="nl-NL" dirty="0">
              <a:solidFill>
                <a:srgbClr val="00FF00"/>
              </a:solidFill>
              <a:latin typeface="Courier New" pitchFamily="49"/>
              <a:cs typeface="Courier New" pitchFamily="49"/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139C82B-AD86-4DD7-A5E8-FF4019CEF5E1}"/>
              </a:ext>
            </a:extLst>
          </p:cNvPr>
          <p:cNvSpPr txBox="1">
            <a:spLocks noGrp="1"/>
          </p:cNvSpPr>
          <p:nvPr>
            <p:ph idx="1"/>
          </p:nvPr>
        </p:nvSpPr>
        <p:spPr>
          <a:xfrm>
            <a:off x="838203" y="1825627"/>
            <a:ext cx="11237840" cy="4764016"/>
          </a:xfrm>
        </p:spPr>
        <p:txBody>
          <a:bodyPr>
            <a:normAutofit/>
          </a:bodyPr>
          <a:lstStyle/>
          <a:p>
            <a:pPr lvl="0">
              <a:buFont typeface="Courier New" pitchFamily="49"/>
              <a:buChar char="_"/>
            </a:pPr>
            <a:r>
              <a:rPr lang="nl-NL" dirty="0" err="1">
                <a:solidFill>
                  <a:srgbClr val="00FF00"/>
                </a:solidFill>
                <a:latin typeface="Courier New" pitchFamily="49"/>
                <a:cs typeface="Courier New" pitchFamily="49"/>
              </a:rPr>
              <a:t>Many</a:t>
            </a:r>
            <a:r>
              <a:rPr lang="nl-NL" dirty="0">
                <a:solidFill>
                  <a:srgbClr val="00FF00"/>
                </a:solidFill>
                <a:latin typeface="Courier New" pitchFamily="49"/>
                <a:cs typeface="Courier New" pitchFamily="49"/>
              </a:rPr>
              <a:t> different </a:t>
            </a:r>
            <a:r>
              <a:rPr lang="nl-NL" dirty="0" err="1">
                <a:solidFill>
                  <a:srgbClr val="00FF00"/>
                </a:solidFill>
                <a:latin typeface="Courier New" pitchFamily="49"/>
                <a:cs typeface="Courier New" pitchFamily="49"/>
              </a:rPr>
              <a:t>request</a:t>
            </a:r>
            <a:r>
              <a:rPr lang="nl-NL" dirty="0">
                <a:solidFill>
                  <a:srgbClr val="00FF00"/>
                </a:solidFill>
                <a:latin typeface="Courier New" pitchFamily="49"/>
                <a:cs typeface="Courier New" pitchFamily="49"/>
              </a:rPr>
              <a:t> </a:t>
            </a:r>
            <a:r>
              <a:rPr lang="nl-NL" dirty="0" err="1">
                <a:solidFill>
                  <a:srgbClr val="00FF00"/>
                </a:solidFill>
                <a:latin typeface="Courier New" pitchFamily="49"/>
                <a:cs typeface="Courier New" pitchFamily="49"/>
              </a:rPr>
              <a:t>attributes</a:t>
            </a:r>
            <a:r>
              <a:rPr lang="nl-NL" dirty="0">
                <a:solidFill>
                  <a:srgbClr val="00FF00"/>
                </a:solidFill>
                <a:latin typeface="Courier New" pitchFamily="49"/>
                <a:cs typeface="Courier New" pitchFamily="49"/>
              </a:rPr>
              <a:t> </a:t>
            </a:r>
            <a:r>
              <a:rPr lang="nl-NL" dirty="0" err="1">
                <a:solidFill>
                  <a:srgbClr val="00FF00"/>
                </a:solidFill>
                <a:latin typeface="Courier New" pitchFamily="49"/>
                <a:cs typeface="Courier New" pitchFamily="49"/>
              </a:rPr>
              <a:t>available</a:t>
            </a:r>
            <a:r>
              <a:rPr lang="nl-NL" dirty="0">
                <a:solidFill>
                  <a:srgbClr val="00FF00"/>
                </a:solidFill>
                <a:latin typeface="Courier New" pitchFamily="49"/>
                <a:cs typeface="Courier New" pitchFamily="49"/>
              </a:rPr>
              <a:t> </a:t>
            </a:r>
            <a:r>
              <a:rPr lang="nl-NL" dirty="0" err="1">
                <a:solidFill>
                  <a:srgbClr val="00FF00"/>
                </a:solidFill>
                <a:latin typeface="Courier New" pitchFamily="49"/>
                <a:cs typeface="Courier New" pitchFamily="49"/>
              </a:rPr>
              <a:t>for</a:t>
            </a:r>
            <a:r>
              <a:rPr lang="nl-NL" dirty="0">
                <a:solidFill>
                  <a:srgbClr val="00FF00"/>
                </a:solidFill>
                <a:latin typeface="Courier New" pitchFamily="49"/>
                <a:cs typeface="Courier New" pitchFamily="49"/>
              </a:rPr>
              <a:t> </a:t>
            </a:r>
            <a:r>
              <a:rPr lang="nl-NL" dirty="0" err="1">
                <a:solidFill>
                  <a:srgbClr val="00FF00"/>
                </a:solidFill>
                <a:latin typeface="Courier New" pitchFamily="49"/>
                <a:cs typeface="Courier New" pitchFamily="49"/>
              </a:rPr>
              <a:t>use</a:t>
            </a:r>
            <a:endParaRPr lang="nl-NL" dirty="0">
              <a:solidFill>
                <a:srgbClr val="00FF00"/>
              </a:solidFill>
              <a:latin typeface="Courier New" pitchFamily="49"/>
              <a:cs typeface="Courier New" pitchFamily="49"/>
            </a:endParaRPr>
          </a:p>
          <a:p>
            <a:pPr lvl="1">
              <a:buFont typeface="Courier New" pitchFamily="49"/>
              <a:buChar char="_"/>
            </a:pPr>
            <a:r>
              <a:rPr lang="nl-NL" err="1">
                <a:solidFill>
                  <a:srgbClr val="00FF00"/>
                </a:solidFill>
                <a:latin typeface="Courier New" pitchFamily="49"/>
                <a:cs typeface="Courier New" pitchFamily="49"/>
              </a:rPr>
              <a:t>request</a:t>
            </a:r>
            <a:r>
              <a:rPr lang="nl-NL">
                <a:solidFill>
                  <a:srgbClr val="00FF00"/>
                </a:solidFill>
                <a:latin typeface="Courier New" pitchFamily="49"/>
                <a:cs typeface="Courier New" pitchFamily="49"/>
              </a:rPr>
              <a:t>.method 				: </a:t>
            </a:r>
            <a:r>
              <a:rPr lang="nl-NL" dirty="0">
                <a:solidFill>
                  <a:srgbClr val="00FF00"/>
                </a:solidFill>
                <a:latin typeface="Courier New" pitchFamily="49"/>
                <a:cs typeface="Courier New" pitchFamily="49"/>
              </a:rPr>
              <a:t>HTTP </a:t>
            </a:r>
            <a:r>
              <a:rPr lang="nl-NL" dirty="0" err="1">
                <a:solidFill>
                  <a:srgbClr val="00FF00"/>
                </a:solidFill>
                <a:latin typeface="Courier New" pitchFamily="49"/>
                <a:cs typeface="Courier New" pitchFamily="49"/>
              </a:rPr>
              <a:t>method</a:t>
            </a:r>
            <a:r>
              <a:rPr lang="nl-NL" dirty="0">
                <a:solidFill>
                  <a:srgbClr val="00FF00"/>
                </a:solidFill>
                <a:latin typeface="Courier New" pitchFamily="49"/>
                <a:cs typeface="Courier New" pitchFamily="49"/>
              </a:rPr>
              <a:t> (</a:t>
            </a:r>
            <a:r>
              <a:rPr lang="nl-NL" dirty="0" err="1">
                <a:solidFill>
                  <a:srgbClr val="00FF00"/>
                </a:solidFill>
                <a:latin typeface="Courier New" pitchFamily="49"/>
                <a:cs typeface="Courier New" pitchFamily="49"/>
              </a:rPr>
              <a:t>example</a:t>
            </a:r>
            <a:r>
              <a:rPr lang="nl-NL" dirty="0">
                <a:solidFill>
                  <a:srgbClr val="00FF00"/>
                </a:solidFill>
                <a:latin typeface="Courier New" pitchFamily="49"/>
                <a:cs typeface="Courier New" pitchFamily="49"/>
              </a:rPr>
              <a:t>)</a:t>
            </a:r>
          </a:p>
          <a:p>
            <a:pPr lvl="1">
              <a:buFont typeface="Courier New" pitchFamily="49"/>
              <a:buChar char="_"/>
            </a:pPr>
            <a:r>
              <a:rPr lang="nl-NL" err="1">
                <a:solidFill>
                  <a:srgbClr val="00FF00"/>
                </a:solidFill>
                <a:latin typeface="Courier New" pitchFamily="49"/>
                <a:cs typeface="Courier New" pitchFamily="49"/>
              </a:rPr>
              <a:t>request</a:t>
            </a:r>
            <a:r>
              <a:rPr lang="nl-NL">
                <a:solidFill>
                  <a:srgbClr val="00FF00"/>
                </a:solidFill>
                <a:latin typeface="Courier New" pitchFamily="49"/>
                <a:cs typeface="Courier New" pitchFamily="49"/>
              </a:rPr>
              <a:t>.pathSegments.[&lt;</a:t>
            </a:r>
            <a:r>
              <a:rPr lang="nl-NL" dirty="0">
                <a:solidFill>
                  <a:srgbClr val="00FF00"/>
                </a:solidFill>
                <a:latin typeface="Courier New" pitchFamily="49"/>
                <a:cs typeface="Courier New" pitchFamily="49"/>
              </a:rPr>
              <a:t>n&gt;] 	: </a:t>
            </a:r>
            <a:r>
              <a:rPr lang="nl-NL" dirty="0" err="1">
                <a:solidFill>
                  <a:srgbClr val="00FF00"/>
                </a:solidFill>
                <a:latin typeface="Courier New" pitchFamily="49"/>
                <a:cs typeface="Courier New" pitchFamily="49"/>
              </a:rPr>
              <a:t>n</a:t>
            </a:r>
            <a:r>
              <a:rPr lang="nl-NL" baseline="30000" dirty="0" err="1">
                <a:solidFill>
                  <a:srgbClr val="00FF00"/>
                </a:solidFill>
                <a:latin typeface="Courier New" pitchFamily="49"/>
                <a:cs typeface="Courier New" pitchFamily="49"/>
              </a:rPr>
              <a:t>th</a:t>
            </a:r>
            <a:r>
              <a:rPr lang="nl-NL" dirty="0">
                <a:solidFill>
                  <a:srgbClr val="00FF00"/>
                </a:solidFill>
                <a:latin typeface="Courier New" pitchFamily="49"/>
                <a:cs typeface="Courier New" pitchFamily="49"/>
              </a:rPr>
              <a:t> </a:t>
            </a:r>
            <a:r>
              <a:rPr lang="nl-NL" dirty="0" err="1">
                <a:solidFill>
                  <a:srgbClr val="00FF00"/>
                </a:solidFill>
                <a:latin typeface="Courier New" pitchFamily="49"/>
                <a:cs typeface="Courier New" pitchFamily="49"/>
              </a:rPr>
              <a:t>path</a:t>
            </a:r>
            <a:r>
              <a:rPr lang="nl-NL" dirty="0">
                <a:solidFill>
                  <a:srgbClr val="00FF00"/>
                </a:solidFill>
                <a:latin typeface="Courier New" pitchFamily="49"/>
                <a:cs typeface="Courier New" pitchFamily="49"/>
              </a:rPr>
              <a:t> segment</a:t>
            </a:r>
          </a:p>
          <a:p>
            <a:pPr lvl="1">
              <a:buFont typeface="Courier New" pitchFamily="49"/>
              <a:buChar char="_"/>
            </a:pPr>
            <a:r>
              <a:rPr lang="nl-NL" err="1">
                <a:solidFill>
                  <a:srgbClr val="00FF00"/>
                </a:solidFill>
                <a:latin typeface="Courier New" pitchFamily="49"/>
                <a:cs typeface="Courier New" pitchFamily="49"/>
              </a:rPr>
              <a:t>request</a:t>
            </a:r>
            <a:r>
              <a:rPr lang="nl-NL">
                <a:solidFill>
                  <a:srgbClr val="00FF00"/>
                </a:solidFill>
                <a:latin typeface="Courier New" pitchFamily="49"/>
                <a:cs typeface="Courier New" pitchFamily="49"/>
              </a:rPr>
              <a:t>.headers.&lt;key&gt;			: header with name </a:t>
            </a:r>
            <a:r>
              <a:rPr lang="nl-NL" i="1">
                <a:solidFill>
                  <a:srgbClr val="00FF00"/>
                </a:solidFill>
                <a:latin typeface="Courier New" pitchFamily="49"/>
                <a:cs typeface="Courier New" pitchFamily="49"/>
              </a:rPr>
              <a:t>key</a:t>
            </a:r>
            <a:endParaRPr lang="nl-NL" i="1" dirty="0">
              <a:solidFill>
                <a:srgbClr val="00FF00"/>
              </a:solidFill>
              <a:latin typeface="Courier New" pitchFamily="49"/>
              <a:cs typeface="Courier New" pitchFamily="49"/>
            </a:endParaRPr>
          </a:p>
          <a:p>
            <a:pPr lvl="1">
              <a:buFont typeface="Courier New" pitchFamily="49"/>
              <a:buChar char="_"/>
            </a:pPr>
            <a:r>
              <a:rPr lang="nl-NL" dirty="0">
                <a:solidFill>
                  <a:srgbClr val="00FF00"/>
                </a:solidFill>
                <a:latin typeface="Courier New" pitchFamily="49"/>
                <a:cs typeface="Courier New" pitchFamily="49"/>
              </a:rPr>
              <a:t>…</a:t>
            </a:r>
          </a:p>
          <a:p>
            <a:pPr lvl="1">
              <a:buFont typeface="Courier New" pitchFamily="49"/>
              <a:buChar char="_"/>
            </a:pPr>
            <a:endParaRPr lang="nl-NL" dirty="0">
              <a:solidFill>
                <a:srgbClr val="00FF00"/>
              </a:solidFill>
              <a:latin typeface="Courier New" pitchFamily="49"/>
              <a:cs typeface="Courier New" pitchFamily="49"/>
            </a:endParaRPr>
          </a:p>
          <a:p>
            <a:pPr>
              <a:buFont typeface="Courier New" pitchFamily="49"/>
              <a:buChar char="_"/>
            </a:pPr>
            <a:r>
              <a:rPr lang="nl-NL" dirty="0" err="1">
                <a:solidFill>
                  <a:srgbClr val="00FF00"/>
                </a:solidFill>
                <a:latin typeface="Courier New" pitchFamily="49"/>
                <a:cs typeface="Courier New" pitchFamily="49"/>
              </a:rPr>
              <a:t>All</a:t>
            </a:r>
            <a:r>
              <a:rPr lang="nl-NL" dirty="0">
                <a:solidFill>
                  <a:srgbClr val="00FF00"/>
                </a:solidFill>
                <a:latin typeface="Courier New" pitchFamily="49"/>
                <a:cs typeface="Courier New" pitchFamily="49"/>
              </a:rPr>
              <a:t> </a:t>
            </a:r>
            <a:r>
              <a:rPr lang="nl-NL" dirty="0" err="1">
                <a:solidFill>
                  <a:srgbClr val="00FF00"/>
                </a:solidFill>
                <a:latin typeface="Courier New" pitchFamily="49"/>
                <a:cs typeface="Courier New" pitchFamily="49"/>
              </a:rPr>
              <a:t>available</a:t>
            </a:r>
            <a:r>
              <a:rPr lang="nl-NL" dirty="0">
                <a:solidFill>
                  <a:srgbClr val="00FF00"/>
                </a:solidFill>
                <a:latin typeface="Courier New" pitchFamily="49"/>
                <a:cs typeface="Courier New" pitchFamily="49"/>
              </a:rPr>
              <a:t> </a:t>
            </a:r>
            <a:r>
              <a:rPr lang="nl-NL" dirty="0" err="1">
                <a:solidFill>
                  <a:srgbClr val="00FF00"/>
                </a:solidFill>
                <a:latin typeface="Courier New" pitchFamily="49"/>
                <a:cs typeface="Courier New" pitchFamily="49"/>
              </a:rPr>
              <a:t>attributes</a:t>
            </a:r>
            <a:r>
              <a:rPr lang="nl-NL" dirty="0">
                <a:solidFill>
                  <a:srgbClr val="00FF00"/>
                </a:solidFill>
                <a:latin typeface="Courier New" pitchFamily="49"/>
                <a:cs typeface="Courier New" pitchFamily="49"/>
              </a:rPr>
              <a:t> </a:t>
            </a:r>
            <a:r>
              <a:rPr lang="nl-NL" dirty="0" err="1">
                <a:solidFill>
                  <a:srgbClr val="00FF00"/>
                </a:solidFill>
                <a:latin typeface="Courier New" pitchFamily="49"/>
                <a:cs typeface="Courier New" pitchFamily="49"/>
              </a:rPr>
              <a:t>listed</a:t>
            </a:r>
            <a:r>
              <a:rPr lang="nl-NL" dirty="0">
                <a:solidFill>
                  <a:srgbClr val="00FF00"/>
                </a:solidFill>
                <a:latin typeface="Courier New" pitchFamily="49"/>
                <a:cs typeface="Courier New" pitchFamily="49"/>
              </a:rPr>
              <a:t> at</a:t>
            </a:r>
          </a:p>
          <a:p>
            <a:pPr>
              <a:buFont typeface="Courier New" pitchFamily="49"/>
              <a:buChar char="_"/>
            </a:pPr>
            <a:endParaRPr lang="nl-NL" dirty="0">
              <a:solidFill>
                <a:srgbClr val="00FF00"/>
              </a:solidFill>
              <a:latin typeface="Courier New" pitchFamily="49"/>
              <a:cs typeface="Courier New" pitchFamily="49"/>
            </a:endParaRPr>
          </a:p>
          <a:p>
            <a:pPr marL="0" indent="0">
              <a:buNone/>
            </a:pPr>
            <a:r>
              <a:rPr lang="nl-NL" i="1">
                <a:solidFill>
                  <a:srgbClr val="00FF00"/>
                </a:solidFill>
                <a:latin typeface="Courier New" pitchFamily="49"/>
                <a:cs typeface="Courier New" pitchFamily="49"/>
              </a:rPr>
              <a:t>https://</a:t>
            </a:r>
            <a:r>
              <a:rPr lang="nl-NL" i="1" dirty="0">
                <a:solidFill>
                  <a:srgbClr val="00FF00"/>
                </a:solidFill>
                <a:latin typeface="Courier New" pitchFamily="49"/>
                <a:cs typeface="Courier New" pitchFamily="49"/>
              </a:rPr>
              <a:t>wiremock.org/docs/response-templating/</a:t>
            </a:r>
          </a:p>
        </p:txBody>
      </p:sp>
    </p:spTree>
    <p:extLst>
      <p:ext uri="{BB962C8B-B14F-4D97-AF65-F5344CB8AC3E}">
        <p14:creationId xmlns:p14="http://schemas.microsoft.com/office/powerpoint/2010/main" val="3010976916"/>
      </p:ext>
    </p:extLst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9F5B244-0AC6-4FDB-90B1-15F77C3031D0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838202" y="365129"/>
            <a:ext cx="11048997" cy="1325559"/>
          </a:xfrm>
        </p:spPr>
        <p:txBody>
          <a:bodyPr/>
          <a:lstStyle/>
          <a:p>
            <a:pPr lvl="0"/>
            <a:r>
              <a:rPr lang="nl-NL" dirty="0" err="1">
                <a:solidFill>
                  <a:srgbClr val="00FF00"/>
                </a:solidFill>
                <a:latin typeface="Courier New" pitchFamily="49"/>
                <a:cs typeface="Courier New" pitchFamily="49"/>
              </a:rPr>
              <a:t>Request</a:t>
            </a:r>
            <a:r>
              <a:rPr lang="nl-NL" dirty="0">
                <a:solidFill>
                  <a:srgbClr val="00FF00"/>
                </a:solidFill>
                <a:latin typeface="Courier New" pitchFamily="49"/>
                <a:cs typeface="Courier New" pitchFamily="49"/>
              </a:rPr>
              <a:t> </a:t>
            </a:r>
            <a:r>
              <a:rPr lang="nl-NL" dirty="0" err="1">
                <a:solidFill>
                  <a:srgbClr val="00FF00"/>
                </a:solidFill>
                <a:latin typeface="Courier New" pitchFamily="49"/>
                <a:cs typeface="Courier New" pitchFamily="49"/>
              </a:rPr>
              <a:t>attributes</a:t>
            </a:r>
            <a:r>
              <a:rPr lang="nl-NL" dirty="0">
                <a:solidFill>
                  <a:srgbClr val="00FF00"/>
                </a:solidFill>
                <a:latin typeface="Courier New" pitchFamily="49"/>
                <a:cs typeface="Courier New" pitchFamily="49"/>
              </a:rPr>
              <a:t> (</a:t>
            </a:r>
            <a:r>
              <a:rPr lang="nl-NL" dirty="0" err="1">
                <a:solidFill>
                  <a:srgbClr val="00FF00"/>
                </a:solidFill>
                <a:latin typeface="Courier New" pitchFamily="49"/>
                <a:cs typeface="Courier New" pitchFamily="49"/>
              </a:rPr>
              <a:t>cont’d</a:t>
            </a:r>
            <a:r>
              <a:rPr lang="nl-NL" dirty="0">
                <a:solidFill>
                  <a:srgbClr val="00FF00"/>
                </a:solidFill>
                <a:latin typeface="Courier New" pitchFamily="49"/>
                <a:cs typeface="Courier New" pitchFamily="49"/>
              </a:rPr>
              <a:t>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139C82B-AD86-4DD7-A5E8-FF4019CEF5E1}"/>
              </a:ext>
            </a:extLst>
          </p:cNvPr>
          <p:cNvSpPr txBox="1">
            <a:spLocks noGrp="1"/>
          </p:cNvSpPr>
          <p:nvPr>
            <p:ph idx="1"/>
          </p:nvPr>
        </p:nvSpPr>
        <p:spPr>
          <a:xfrm>
            <a:off x="838202" y="1825627"/>
            <a:ext cx="11353797" cy="4764016"/>
          </a:xfrm>
        </p:spPr>
        <p:txBody>
          <a:bodyPr>
            <a:normAutofit/>
          </a:bodyPr>
          <a:lstStyle/>
          <a:p>
            <a:pPr lvl="0">
              <a:buFont typeface="Courier New" pitchFamily="49"/>
              <a:buChar char="_"/>
            </a:pPr>
            <a:r>
              <a:rPr lang="nl-NL" dirty="0" err="1">
                <a:solidFill>
                  <a:srgbClr val="00FF00"/>
                </a:solidFill>
                <a:latin typeface="Courier New" pitchFamily="49"/>
                <a:cs typeface="Courier New" pitchFamily="49"/>
              </a:rPr>
              <a:t>Extracting</a:t>
            </a:r>
            <a:r>
              <a:rPr lang="nl-NL" dirty="0">
                <a:solidFill>
                  <a:srgbClr val="00FF00"/>
                </a:solidFill>
                <a:latin typeface="Courier New" pitchFamily="49"/>
                <a:cs typeface="Courier New" pitchFamily="49"/>
              </a:rPr>
              <a:t> </a:t>
            </a:r>
            <a:r>
              <a:rPr lang="nl-NL" dirty="0" err="1">
                <a:solidFill>
                  <a:srgbClr val="00FF00"/>
                </a:solidFill>
                <a:latin typeface="Courier New" pitchFamily="49"/>
                <a:cs typeface="Courier New" pitchFamily="49"/>
              </a:rPr>
              <a:t>and</a:t>
            </a:r>
            <a:r>
              <a:rPr lang="nl-NL" dirty="0">
                <a:solidFill>
                  <a:srgbClr val="00FF00"/>
                </a:solidFill>
                <a:latin typeface="Courier New" pitchFamily="49"/>
                <a:cs typeface="Courier New" pitchFamily="49"/>
              </a:rPr>
              <a:t> </a:t>
            </a:r>
            <a:r>
              <a:rPr lang="nl-NL" dirty="0" err="1">
                <a:solidFill>
                  <a:srgbClr val="00FF00"/>
                </a:solidFill>
                <a:latin typeface="Courier New" pitchFamily="49"/>
                <a:cs typeface="Courier New" pitchFamily="49"/>
              </a:rPr>
              <a:t>reusing</a:t>
            </a:r>
            <a:r>
              <a:rPr lang="nl-NL" dirty="0">
                <a:solidFill>
                  <a:srgbClr val="00FF00"/>
                </a:solidFill>
                <a:latin typeface="Courier New" pitchFamily="49"/>
                <a:cs typeface="Courier New" pitchFamily="49"/>
              </a:rPr>
              <a:t> body </a:t>
            </a:r>
            <a:r>
              <a:rPr lang="nl-NL" dirty="0" err="1">
                <a:solidFill>
                  <a:srgbClr val="00FF00"/>
                </a:solidFill>
                <a:latin typeface="Courier New" pitchFamily="49"/>
                <a:cs typeface="Courier New" pitchFamily="49"/>
              </a:rPr>
              <a:t>elements</a:t>
            </a:r>
            <a:endParaRPr lang="nl-NL" dirty="0">
              <a:solidFill>
                <a:srgbClr val="00FF00"/>
              </a:solidFill>
              <a:latin typeface="Courier New" pitchFamily="49"/>
              <a:cs typeface="Courier New" pitchFamily="49"/>
            </a:endParaRPr>
          </a:p>
          <a:p>
            <a:pPr lvl="0">
              <a:buFont typeface="Courier New" pitchFamily="49"/>
              <a:buChar char="_"/>
            </a:pPr>
            <a:endParaRPr lang="nl-NL" dirty="0">
              <a:solidFill>
                <a:srgbClr val="00FF00"/>
              </a:solidFill>
              <a:latin typeface="Courier New" pitchFamily="49"/>
              <a:cs typeface="Courier New" pitchFamily="49"/>
            </a:endParaRPr>
          </a:p>
          <a:p>
            <a:pPr lvl="0">
              <a:buFont typeface="Courier New" pitchFamily="49"/>
              <a:buChar char="_"/>
            </a:pPr>
            <a:r>
              <a:rPr lang="nl-NL" dirty="0">
                <a:solidFill>
                  <a:srgbClr val="00FF00"/>
                </a:solidFill>
                <a:latin typeface="Courier New" pitchFamily="49"/>
                <a:cs typeface="Courier New" pitchFamily="49"/>
              </a:rPr>
              <a:t>In case of a JSON </a:t>
            </a:r>
            <a:r>
              <a:rPr lang="nl-NL" dirty="0" err="1">
                <a:solidFill>
                  <a:srgbClr val="00FF00"/>
                </a:solidFill>
                <a:latin typeface="Courier New" pitchFamily="49"/>
                <a:cs typeface="Courier New" pitchFamily="49"/>
              </a:rPr>
              <a:t>request</a:t>
            </a:r>
            <a:r>
              <a:rPr lang="nl-NL" dirty="0">
                <a:solidFill>
                  <a:srgbClr val="00FF00"/>
                </a:solidFill>
                <a:latin typeface="Courier New" pitchFamily="49"/>
                <a:cs typeface="Courier New" pitchFamily="49"/>
              </a:rPr>
              <a:t> body:</a:t>
            </a:r>
          </a:p>
          <a:p>
            <a:pPr>
              <a:buFont typeface="Courier New" pitchFamily="49"/>
              <a:buChar char="_"/>
            </a:pPr>
            <a:endParaRPr lang="nl-NL" i="1" dirty="0">
              <a:solidFill>
                <a:srgbClr val="00FF00"/>
              </a:solidFill>
              <a:latin typeface="Courier New" pitchFamily="49"/>
              <a:cs typeface="Courier New" pitchFamily="49"/>
            </a:endParaRPr>
          </a:p>
          <a:p>
            <a:pPr marL="0" indent="0">
              <a:buNone/>
            </a:pPr>
            <a:r>
              <a:rPr lang="nl-NL" i="1" dirty="0">
                <a:solidFill>
                  <a:srgbClr val="00FF00"/>
                </a:solidFill>
                <a:latin typeface="Courier New" pitchFamily="49"/>
                <a:cs typeface="Courier New" pitchFamily="49"/>
              </a:rPr>
              <a:t>{{</a:t>
            </a:r>
            <a:r>
              <a:rPr lang="nl-NL" i="1" dirty="0" err="1">
                <a:solidFill>
                  <a:srgbClr val="00FF00"/>
                </a:solidFill>
                <a:latin typeface="Courier New" pitchFamily="49"/>
                <a:cs typeface="Courier New" pitchFamily="49"/>
              </a:rPr>
              <a:t>jsonPath</a:t>
            </a:r>
            <a:r>
              <a:rPr lang="nl-NL" i="1" dirty="0">
                <a:solidFill>
                  <a:srgbClr val="00FF00"/>
                </a:solidFill>
                <a:latin typeface="Courier New" pitchFamily="49"/>
                <a:cs typeface="Courier New" pitchFamily="49"/>
              </a:rPr>
              <a:t> </a:t>
            </a:r>
            <a:r>
              <a:rPr lang="nl-NL" i="1" dirty="0" err="1">
                <a:solidFill>
                  <a:srgbClr val="00FF00"/>
                </a:solidFill>
                <a:latin typeface="Courier New" pitchFamily="49"/>
                <a:cs typeface="Courier New" pitchFamily="49"/>
              </a:rPr>
              <a:t>request.body</a:t>
            </a:r>
            <a:r>
              <a:rPr lang="nl-NL" i="1" dirty="0">
                <a:solidFill>
                  <a:srgbClr val="00FF00"/>
                </a:solidFill>
                <a:latin typeface="Courier New" pitchFamily="49"/>
                <a:cs typeface="Courier New" pitchFamily="49"/>
              </a:rPr>
              <a:t> ‘$.</a:t>
            </a:r>
            <a:r>
              <a:rPr lang="nl-NL" i="1" dirty="0" err="1">
                <a:solidFill>
                  <a:srgbClr val="00FF00"/>
                </a:solidFill>
                <a:latin typeface="Courier New" pitchFamily="49"/>
                <a:cs typeface="Courier New" pitchFamily="49"/>
              </a:rPr>
              <a:t>path.to.element</a:t>
            </a:r>
            <a:r>
              <a:rPr lang="nl-NL" i="1" dirty="0">
                <a:solidFill>
                  <a:srgbClr val="00FF00"/>
                </a:solidFill>
                <a:latin typeface="Courier New" pitchFamily="49"/>
                <a:cs typeface="Courier New" pitchFamily="49"/>
              </a:rPr>
              <a:t>’}}</a:t>
            </a:r>
            <a:endParaRPr lang="nl-NL" dirty="0">
              <a:solidFill>
                <a:srgbClr val="00FF00"/>
              </a:solidFill>
              <a:latin typeface="Courier New" pitchFamily="49"/>
              <a:cs typeface="Courier New" pitchFamily="49"/>
            </a:endParaRPr>
          </a:p>
          <a:p>
            <a:pPr lvl="0">
              <a:buFont typeface="Courier New" pitchFamily="49"/>
              <a:buChar char="_"/>
            </a:pPr>
            <a:endParaRPr lang="nl-NL" dirty="0">
              <a:solidFill>
                <a:srgbClr val="00FF00"/>
              </a:solidFill>
              <a:latin typeface="Courier New" pitchFamily="49"/>
              <a:cs typeface="Courier New" pitchFamily="49"/>
            </a:endParaRPr>
          </a:p>
          <a:p>
            <a:pPr lvl="0">
              <a:buFont typeface="Courier New" pitchFamily="49"/>
              <a:buChar char="_"/>
            </a:pPr>
            <a:r>
              <a:rPr lang="nl-NL" dirty="0">
                <a:solidFill>
                  <a:srgbClr val="00FF00"/>
                </a:solidFill>
                <a:latin typeface="Courier New" pitchFamily="49"/>
                <a:cs typeface="Courier New" pitchFamily="49"/>
              </a:rPr>
              <a:t>In case of </a:t>
            </a:r>
            <a:r>
              <a:rPr lang="nl-NL" dirty="0" err="1">
                <a:solidFill>
                  <a:srgbClr val="00FF00"/>
                </a:solidFill>
                <a:latin typeface="Courier New" pitchFamily="49"/>
                <a:cs typeface="Courier New" pitchFamily="49"/>
              </a:rPr>
              <a:t>an</a:t>
            </a:r>
            <a:r>
              <a:rPr lang="nl-NL" dirty="0">
                <a:solidFill>
                  <a:srgbClr val="00FF00"/>
                </a:solidFill>
                <a:latin typeface="Courier New" pitchFamily="49"/>
                <a:cs typeface="Courier New" pitchFamily="49"/>
              </a:rPr>
              <a:t> XML </a:t>
            </a:r>
            <a:r>
              <a:rPr lang="nl-NL" dirty="0" err="1">
                <a:solidFill>
                  <a:srgbClr val="00FF00"/>
                </a:solidFill>
                <a:latin typeface="Courier New" pitchFamily="49"/>
                <a:cs typeface="Courier New" pitchFamily="49"/>
              </a:rPr>
              <a:t>request</a:t>
            </a:r>
            <a:r>
              <a:rPr lang="nl-NL" dirty="0">
                <a:solidFill>
                  <a:srgbClr val="00FF00"/>
                </a:solidFill>
                <a:latin typeface="Courier New" pitchFamily="49"/>
                <a:cs typeface="Courier New" pitchFamily="49"/>
              </a:rPr>
              <a:t> body: </a:t>
            </a:r>
          </a:p>
          <a:p>
            <a:pPr marL="0" lvl="0" indent="0">
              <a:buNone/>
            </a:pPr>
            <a:endParaRPr lang="nl-NL" dirty="0">
              <a:solidFill>
                <a:srgbClr val="00FF00"/>
              </a:solidFill>
              <a:latin typeface="Courier New" pitchFamily="49"/>
              <a:cs typeface="Courier New" pitchFamily="49"/>
            </a:endParaRPr>
          </a:p>
          <a:p>
            <a:pPr marL="0" indent="0">
              <a:buNone/>
            </a:pPr>
            <a:r>
              <a:rPr lang="nl-NL" i="1" dirty="0">
                <a:solidFill>
                  <a:srgbClr val="00FF00"/>
                </a:solidFill>
                <a:latin typeface="Courier New" pitchFamily="49"/>
                <a:cs typeface="Courier New" pitchFamily="49"/>
              </a:rPr>
              <a:t>{{</a:t>
            </a:r>
            <a:r>
              <a:rPr lang="nl-NL" i="1" dirty="0" err="1">
                <a:solidFill>
                  <a:srgbClr val="00FF00"/>
                </a:solidFill>
                <a:latin typeface="Courier New" pitchFamily="49"/>
                <a:cs typeface="Courier New" pitchFamily="49"/>
              </a:rPr>
              <a:t>xPath</a:t>
            </a:r>
            <a:r>
              <a:rPr lang="nl-NL" i="1" dirty="0">
                <a:solidFill>
                  <a:srgbClr val="00FF00"/>
                </a:solidFill>
                <a:latin typeface="Courier New" pitchFamily="49"/>
                <a:cs typeface="Courier New" pitchFamily="49"/>
              </a:rPr>
              <a:t> </a:t>
            </a:r>
            <a:r>
              <a:rPr lang="nl-NL" i="1" dirty="0" err="1">
                <a:solidFill>
                  <a:srgbClr val="00FF00"/>
                </a:solidFill>
                <a:latin typeface="Courier New" pitchFamily="49"/>
                <a:cs typeface="Courier New" pitchFamily="49"/>
              </a:rPr>
              <a:t>request.body</a:t>
            </a:r>
            <a:r>
              <a:rPr lang="nl-NL" i="1" dirty="0">
                <a:solidFill>
                  <a:srgbClr val="00FF00"/>
                </a:solidFill>
                <a:latin typeface="Courier New" pitchFamily="49"/>
                <a:cs typeface="Courier New" pitchFamily="49"/>
              </a:rPr>
              <a:t> ‘/</a:t>
            </a:r>
            <a:r>
              <a:rPr lang="nl-NL" i="1" dirty="0" err="1">
                <a:solidFill>
                  <a:srgbClr val="00FF00"/>
                </a:solidFill>
                <a:latin typeface="Courier New" pitchFamily="49"/>
                <a:cs typeface="Courier New" pitchFamily="49"/>
              </a:rPr>
              <a:t>path</a:t>
            </a:r>
            <a:r>
              <a:rPr lang="nl-NL" i="1" dirty="0">
                <a:solidFill>
                  <a:srgbClr val="00FF00"/>
                </a:solidFill>
                <a:latin typeface="Courier New" pitchFamily="49"/>
                <a:cs typeface="Courier New" pitchFamily="49"/>
              </a:rPr>
              <a:t>/</a:t>
            </a:r>
            <a:r>
              <a:rPr lang="nl-NL" i="1" dirty="0" err="1">
                <a:solidFill>
                  <a:srgbClr val="00FF00"/>
                </a:solidFill>
                <a:latin typeface="Courier New" pitchFamily="49"/>
                <a:cs typeface="Courier New" pitchFamily="49"/>
              </a:rPr>
              <a:t>to</a:t>
            </a:r>
            <a:r>
              <a:rPr lang="nl-NL" i="1" dirty="0">
                <a:solidFill>
                  <a:srgbClr val="00FF00"/>
                </a:solidFill>
                <a:latin typeface="Courier New" pitchFamily="49"/>
                <a:cs typeface="Courier New" pitchFamily="49"/>
              </a:rPr>
              <a:t>/element/</a:t>
            </a:r>
            <a:r>
              <a:rPr lang="nl-NL" i="1" dirty="0" err="1">
                <a:solidFill>
                  <a:srgbClr val="00FF00"/>
                </a:solidFill>
                <a:latin typeface="Courier New" pitchFamily="49"/>
                <a:cs typeface="Courier New" pitchFamily="49"/>
              </a:rPr>
              <a:t>text</a:t>
            </a:r>
            <a:r>
              <a:rPr lang="nl-NL" i="1" dirty="0">
                <a:solidFill>
                  <a:srgbClr val="00FF00"/>
                </a:solidFill>
                <a:latin typeface="Courier New" pitchFamily="49"/>
                <a:cs typeface="Courier New" pitchFamily="49"/>
              </a:rPr>
              <a:t>()’}}</a:t>
            </a:r>
            <a:endParaRPr lang="nl-NL" dirty="0">
              <a:solidFill>
                <a:srgbClr val="00FF00"/>
              </a:solidFill>
              <a:latin typeface="Courier New" pitchFamily="49"/>
              <a:cs typeface="Courier New" pitchFamily="49"/>
            </a:endParaRPr>
          </a:p>
          <a:p>
            <a:pPr marL="0" lvl="0" indent="0">
              <a:buNone/>
            </a:pPr>
            <a:endParaRPr lang="nl-NL" i="1" dirty="0">
              <a:solidFill>
                <a:srgbClr val="00FF00"/>
              </a:solidFill>
              <a:latin typeface="Courier New" pitchFamily="49"/>
              <a:cs typeface="Courier New" pitchFamily="49"/>
            </a:endParaRPr>
          </a:p>
          <a:p>
            <a:pPr marL="0" indent="0">
              <a:buNone/>
            </a:pPr>
            <a:endParaRPr lang="nl-NL" i="1" dirty="0">
              <a:solidFill>
                <a:srgbClr val="00FF00"/>
              </a:solidFill>
              <a:latin typeface="Courier New" pitchFamily="49"/>
              <a:cs typeface="Courier New" pitchFamily="49"/>
            </a:endParaRPr>
          </a:p>
        </p:txBody>
      </p:sp>
    </p:spTree>
    <p:extLst>
      <p:ext uri="{BB962C8B-B14F-4D97-AF65-F5344CB8AC3E}">
        <p14:creationId xmlns:p14="http://schemas.microsoft.com/office/powerpoint/2010/main" val="2401415330"/>
      </p:ext>
    </p:extLst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9F5B244-0AC6-4FDB-90B1-15F77C3031D0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838202" y="365129"/>
            <a:ext cx="11048997" cy="1325559"/>
          </a:xfrm>
        </p:spPr>
        <p:txBody>
          <a:bodyPr/>
          <a:lstStyle/>
          <a:p>
            <a:pPr lvl="0"/>
            <a:r>
              <a:rPr lang="nl-NL" dirty="0">
                <a:solidFill>
                  <a:srgbClr val="00FF00"/>
                </a:solidFill>
                <a:latin typeface="Courier New" pitchFamily="49"/>
                <a:cs typeface="Courier New" pitchFamily="49"/>
              </a:rPr>
              <a:t>JSON </a:t>
            </a:r>
            <a:r>
              <a:rPr lang="nl-NL" dirty="0" err="1">
                <a:solidFill>
                  <a:srgbClr val="00FF00"/>
                </a:solidFill>
                <a:latin typeface="Courier New" pitchFamily="49"/>
                <a:cs typeface="Courier New" pitchFamily="49"/>
              </a:rPr>
              <a:t>extraction</a:t>
            </a:r>
            <a:r>
              <a:rPr lang="nl-NL" dirty="0">
                <a:solidFill>
                  <a:srgbClr val="00FF00"/>
                </a:solidFill>
                <a:latin typeface="Courier New" pitchFamily="49"/>
                <a:cs typeface="Courier New" pitchFamily="49"/>
              </a:rPr>
              <a:t> </a:t>
            </a:r>
            <a:r>
              <a:rPr lang="nl-NL" dirty="0" err="1">
                <a:solidFill>
                  <a:srgbClr val="00FF00"/>
                </a:solidFill>
                <a:latin typeface="Courier New" pitchFamily="49"/>
                <a:cs typeface="Courier New" pitchFamily="49"/>
              </a:rPr>
              <a:t>example</a:t>
            </a:r>
            <a:endParaRPr lang="nl-NL" dirty="0">
              <a:solidFill>
                <a:srgbClr val="00FF00"/>
              </a:solidFill>
              <a:latin typeface="Courier New" pitchFamily="49"/>
              <a:cs typeface="Courier New" pitchFamily="49"/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139C82B-AD86-4DD7-A5E8-FF4019CEF5E1}"/>
              </a:ext>
            </a:extLst>
          </p:cNvPr>
          <p:cNvSpPr txBox="1">
            <a:spLocks noGrp="1"/>
          </p:cNvSpPr>
          <p:nvPr>
            <p:ph idx="1"/>
          </p:nvPr>
        </p:nvSpPr>
        <p:spPr>
          <a:xfrm>
            <a:off x="838203" y="1825627"/>
            <a:ext cx="11143893" cy="4351336"/>
          </a:xfrm>
        </p:spPr>
        <p:txBody>
          <a:bodyPr/>
          <a:lstStyle/>
          <a:p>
            <a:pPr lvl="0">
              <a:buFont typeface="Courier New" pitchFamily="49"/>
              <a:buChar char="_"/>
            </a:pPr>
            <a:r>
              <a:rPr lang="nl-NL" dirty="0" err="1">
                <a:solidFill>
                  <a:srgbClr val="00FF00"/>
                </a:solidFill>
                <a:latin typeface="Courier New" pitchFamily="49"/>
                <a:cs typeface="Courier New" pitchFamily="49"/>
              </a:rPr>
              <a:t>When</a:t>
            </a:r>
            <a:r>
              <a:rPr lang="nl-NL" dirty="0">
                <a:solidFill>
                  <a:srgbClr val="00FF00"/>
                </a:solidFill>
                <a:latin typeface="Courier New" pitchFamily="49"/>
                <a:cs typeface="Courier New" pitchFamily="49"/>
              </a:rPr>
              <a:t> sent </a:t>
            </a:r>
            <a:r>
              <a:rPr lang="nl-NL" dirty="0" err="1">
                <a:solidFill>
                  <a:srgbClr val="00FF00"/>
                </a:solidFill>
                <a:latin typeface="Courier New" pitchFamily="49"/>
                <a:cs typeface="Courier New" pitchFamily="49"/>
              </a:rPr>
              <a:t>this</a:t>
            </a:r>
            <a:r>
              <a:rPr lang="nl-NL" dirty="0">
                <a:solidFill>
                  <a:srgbClr val="00FF00"/>
                </a:solidFill>
                <a:latin typeface="Courier New" pitchFamily="49"/>
                <a:cs typeface="Courier New" pitchFamily="49"/>
              </a:rPr>
              <a:t> JSON</a:t>
            </a:r>
          </a:p>
          <a:p>
            <a:pPr marL="0" lvl="0" indent="0">
              <a:buNone/>
            </a:pPr>
            <a:r>
              <a:rPr lang="nl-NL" dirty="0" err="1">
                <a:solidFill>
                  <a:srgbClr val="00FF00"/>
                </a:solidFill>
                <a:latin typeface="Courier New" pitchFamily="49"/>
                <a:cs typeface="Courier New" pitchFamily="49"/>
              </a:rPr>
              <a:t>request</a:t>
            </a:r>
            <a:r>
              <a:rPr lang="nl-NL" dirty="0">
                <a:solidFill>
                  <a:srgbClr val="00FF00"/>
                </a:solidFill>
                <a:latin typeface="Courier New" pitchFamily="49"/>
                <a:cs typeface="Courier New" pitchFamily="49"/>
              </a:rPr>
              <a:t> body:</a:t>
            </a:r>
          </a:p>
          <a:p>
            <a:pPr lvl="0">
              <a:buFont typeface="Courier New" pitchFamily="49"/>
              <a:buChar char="_"/>
            </a:pPr>
            <a:endParaRPr lang="nl-NL" dirty="0">
              <a:solidFill>
                <a:srgbClr val="00FF00"/>
              </a:solidFill>
              <a:latin typeface="Courier New" pitchFamily="49"/>
              <a:cs typeface="Courier New" pitchFamily="49"/>
            </a:endParaRPr>
          </a:p>
          <a:p>
            <a:pPr lvl="0">
              <a:buFont typeface="Courier New" pitchFamily="49"/>
              <a:buChar char="_"/>
            </a:pPr>
            <a:endParaRPr lang="nl-NL" dirty="0">
              <a:solidFill>
                <a:srgbClr val="00FF00"/>
              </a:solidFill>
              <a:latin typeface="Courier New" pitchFamily="49"/>
              <a:cs typeface="Courier New" pitchFamily="49"/>
            </a:endParaRPr>
          </a:p>
          <a:p>
            <a:pPr lvl="0">
              <a:buFont typeface="Courier New" pitchFamily="49"/>
              <a:buChar char="_"/>
            </a:pPr>
            <a:r>
              <a:rPr lang="nl-NL" dirty="0" err="1">
                <a:solidFill>
                  <a:srgbClr val="00FF00"/>
                </a:solidFill>
                <a:latin typeface="Courier New" pitchFamily="49"/>
                <a:cs typeface="Courier New" pitchFamily="49"/>
              </a:rPr>
              <a:t>This</a:t>
            </a:r>
            <a:r>
              <a:rPr lang="nl-NL" dirty="0">
                <a:solidFill>
                  <a:srgbClr val="00FF00"/>
                </a:solidFill>
                <a:latin typeface="Courier New" pitchFamily="49"/>
                <a:cs typeface="Courier New" pitchFamily="49"/>
              </a:rPr>
              <a:t> </a:t>
            </a:r>
            <a:r>
              <a:rPr lang="nl-NL" dirty="0" err="1">
                <a:solidFill>
                  <a:srgbClr val="00FF00"/>
                </a:solidFill>
                <a:latin typeface="Courier New" pitchFamily="49"/>
                <a:cs typeface="Courier New" pitchFamily="49"/>
              </a:rPr>
              <a:t>stub</a:t>
            </a:r>
            <a:r>
              <a:rPr lang="nl-NL" dirty="0">
                <a:solidFill>
                  <a:srgbClr val="00FF00"/>
                </a:solidFill>
                <a:latin typeface="Courier New" pitchFamily="49"/>
                <a:cs typeface="Courier New" pitchFamily="49"/>
              </a:rPr>
              <a:t> returns a response </a:t>
            </a:r>
            <a:r>
              <a:rPr lang="nl-NL" dirty="0" err="1">
                <a:solidFill>
                  <a:srgbClr val="00FF00"/>
                </a:solidFill>
                <a:latin typeface="Courier New" pitchFamily="49"/>
                <a:cs typeface="Courier New" pitchFamily="49"/>
              </a:rPr>
              <a:t>with</a:t>
            </a:r>
            <a:r>
              <a:rPr lang="nl-NL" dirty="0">
                <a:solidFill>
                  <a:srgbClr val="00FF00"/>
                </a:solidFill>
                <a:latin typeface="Courier New" pitchFamily="49"/>
                <a:cs typeface="Courier New" pitchFamily="49"/>
              </a:rPr>
              <a:t> body “</a:t>
            </a:r>
            <a:r>
              <a:rPr lang="nl-NL" dirty="0" err="1">
                <a:solidFill>
                  <a:srgbClr val="00FF00"/>
                </a:solidFill>
                <a:latin typeface="Courier New" pitchFamily="49"/>
                <a:cs typeface="Courier New" pitchFamily="49"/>
              </a:rPr>
              <a:t>Pillars</a:t>
            </a:r>
            <a:r>
              <a:rPr lang="nl-NL" dirty="0">
                <a:solidFill>
                  <a:srgbClr val="00FF00"/>
                </a:solidFill>
                <a:latin typeface="Courier New" pitchFamily="49"/>
                <a:cs typeface="Courier New" pitchFamily="49"/>
              </a:rPr>
              <a:t> of </a:t>
            </a:r>
            <a:r>
              <a:rPr lang="nl-NL" dirty="0" err="1">
                <a:solidFill>
                  <a:srgbClr val="00FF00"/>
                </a:solidFill>
                <a:latin typeface="Courier New" pitchFamily="49"/>
                <a:cs typeface="Courier New" pitchFamily="49"/>
              </a:rPr>
              <a:t>the</a:t>
            </a:r>
            <a:r>
              <a:rPr lang="nl-NL" dirty="0">
                <a:solidFill>
                  <a:srgbClr val="00FF00"/>
                </a:solidFill>
                <a:latin typeface="Courier New" pitchFamily="49"/>
                <a:cs typeface="Courier New" pitchFamily="49"/>
              </a:rPr>
              <a:t> Earth”: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404CF2BD-5444-418C-A24C-ACB87109623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96000" y="1885950"/>
            <a:ext cx="4562475" cy="1543050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E0F3DE56-2180-450B-B05C-07E1F1F8137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200524" y="4513985"/>
            <a:ext cx="7686675" cy="2038350"/>
          </a:xfrm>
          <a:prstGeom prst="rect">
            <a:avLst/>
          </a:prstGeom>
        </p:spPr>
      </p:pic>
      <p:sp>
        <p:nvSpPr>
          <p:cNvPr id="7" name="Ovaal 6">
            <a:extLst>
              <a:ext uri="{FF2B5EF4-FFF2-40B4-BE49-F238E27FC236}">
                <a16:creationId xmlns:a16="http://schemas.microsoft.com/office/drawing/2014/main" id="{4E67B72D-72B7-4B99-BBBF-395048F5C013}"/>
              </a:ext>
            </a:extLst>
          </p:cNvPr>
          <p:cNvSpPr/>
          <p:nvPr/>
        </p:nvSpPr>
        <p:spPr>
          <a:xfrm>
            <a:off x="7122160" y="5537200"/>
            <a:ext cx="4972929" cy="274320"/>
          </a:xfrm>
          <a:prstGeom prst="ellipse">
            <a:avLst/>
          </a:prstGeom>
          <a:noFill/>
          <a:ln w="38100">
            <a:solidFill>
              <a:srgbClr val="00FF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NL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8" name="Ovaal 7">
            <a:extLst>
              <a:ext uri="{FF2B5EF4-FFF2-40B4-BE49-F238E27FC236}">
                <a16:creationId xmlns:a16="http://schemas.microsoft.com/office/drawing/2014/main" id="{5A271A48-41CA-4018-AE5F-4494850833E4}"/>
              </a:ext>
            </a:extLst>
          </p:cNvPr>
          <p:cNvSpPr/>
          <p:nvPr/>
        </p:nvSpPr>
        <p:spPr>
          <a:xfrm>
            <a:off x="6096000" y="5809299"/>
            <a:ext cx="4429760" cy="274320"/>
          </a:xfrm>
          <a:prstGeom prst="ellipse">
            <a:avLst/>
          </a:prstGeom>
          <a:noFill/>
          <a:ln w="38100">
            <a:solidFill>
              <a:srgbClr val="00FF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NL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9" name="Tekstvak 8">
            <a:extLst>
              <a:ext uri="{FF2B5EF4-FFF2-40B4-BE49-F238E27FC236}">
                <a16:creationId xmlns:a16="http://schemas.microsoft.com/office/drawing/2014/main" id="{C8E03571-0167-4F4E-B192-DEF14B31A902}"/>
              </a:ext>
            </a:extLst>
          </p:cNvPr>
          <p:cNvSpPr txBox="1"/>
          <p:nvPr/>
        </p:nvSpPr>
        <p:spPr>
          <a:xfrm>
            <a:off x="2723021" y="6104623"/>
            <a:ext cx="807706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srgbClr val="00FF00"/>
                </a:solidFill>
                <a:effectLst/>
                <a:uLnTx/>
                <a:uFillTx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Again, this call to </a:t>
            </a:r>
            <a:r>
              <a:rPr kumimoji="0" lang="en-US" sz="1800" b="0" i="1" u="none" strike="noStrike" kern="1200" cap="none" spc="0" normalizeH="0" baseline="0" noProof="0">
                <a:ln>
                  <a:noFill/>
                </a:ln>
                <a:solidFill>
                  <a:srgbClr val="00FF00"/>
                </a:solidFill>
                <a:effectLst/>
                <a:uLnTx/>
                <a:uFillTx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withTransformers()</a:t>
            </a:r>
            <a:r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srgbClr val="00FF00"/>
                </a:solidFill>
                <a:effectLst/>
                <a:uLnTx/>
                <a:uFillTx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 is only necessary when response templating isn’t activated globally</a:t>
            </a:r>
            <a:endParaRPr kumimoji="0" lang="en-NL" sz="1800" b="0" i="0" u="none" strike="noStrike" kern="1200" cap="none" spc="0" normalizeH="0" baseline="0" noProof="0">
              <a:ln>
                <a:noFill/>
              </a:ln>
              <a:solidFill>
                <a:srgbClr val="00FF00"/>
              </a:solidFill>
              <a:effectLst/>
              <a:uLnTx/>
              <a:uFillTx/>
              <a:latin typeface="Courier New" panose="02070309020205020404" pitchFamily="49" charset="0"/>
              <a:ea typeface="+mn-ea"/>
              <a:cs typeface="Courier New" panose="020703090202050204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5707432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animBg="1"/>
      <p:bldP spid="8" grpId="0" animBg="1"/>
      <p:bldP spid="9" grpId="0"/>
    </p:bldLst>
  </p:timing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0B4D458-4D33-4286-AFEF-1B613A4DDEAA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838200" y="111129"/>
            <a:ext cx="10515600" cy="721991"/>
          </a:xfrm>
        </p:spPr>
        <p:txBody>
          <a:bodyPr/>
          <a:lstStyle/>
          <a:p>
            <a:pPr lvl="0"/>
            <a:r>
              <a:rPr lang="nl-NL">
                <a:solidFill>
                  <a:srgbClr val="00FF00"/>
                </a:solidFill>
                <a:latin typeface="Courier New" pitchFamily="49"/>
                <a:cs typeface="Courier New" pitchFamily="49"/>
              </a:rPr>
              <a:t>Now it’s your turn!</a:t>
            </a:r>
            <a:endParaRPr lang="nl-NL" dirty="0">
              <a:solidFill>
                <a:srgbClr val="00FF00"/>
              </a:solidFill>
              <a:latin typeface="Courier New" pitchFamily="49"/>
              <a:cs typeface="Courier New" pitchFamily="49"/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A05396D-29B9-41A6-9997-E363A9EA5C37}"/>
              </a:ext>
            </a:extLst>
          </p:cNvPr>
          <p:cNvSpPr txBox="1">
            <a:spLocks noGrp="1"/>
          </p:cNvSpPr>
          <p:nvPr>
            <p:ph idx="1"/>
          </p:nvPr>
        </p:nvSpPr>
        <p:spPr>
          <a:xfrm>
            <a:off x="838200" y="1307466"/>
            <a:ext cx="10977877" cy="5032373"/>
          </a:xfrm>
        </p:spPr>
        <p:txBody>
          <a:bodyPr>
            <a:normAutofit fontScale="92500" lnSpcReduction="10000"/>
          </a:bodyPr>
          <a:lstStyle/>
          <a:p>
            <a:pPr lvl="0">
              <a:buFont typeface="Courier New" pitchFamily="49"/>
              <a:buChar char="_"/>
            </a:pPr>
            <a:r>
              <a:rPr lang="nl-NL" dirty="0">
                <a:solidFill>
                  <a:srgbClr val="00FF00"/>
                </a:solidFill>
                <a:latin typeface="Courier New" pitchFamily="49"/>
                <a:cs typeface="Courier New" pitchFamily="49"/>
              </a:rPr>
              <a:t>exercises &gt; WireMockExercises4Test.java</a:t>
            </a:r>
          </a:p>
          <a:p>
            <a:pPr lvl="0">
              <a:buFont typeface="Courier New" pitchFamily="49"/>
              <a:buChar char="_"/>
            </a:pPr>
            <a:endParaRPr lang="nl-NL" dirty="0">
              <a:solidFill>
                <a:srgbClr val="00FF00"/>
              </a:solidFill>
              <a:latin typeface="Courier New" pitchFamily="49"/>
              <a:cs typeface="Courier New" pitchFamily="49"/>
            </a:endParaRPr>
          </a:p>
          <a:p>
            <a:pPr lvl="0">
              <a:buFont typeface="Courier New" pitchFamily="49"/>
              <a:buChar char="_"/>
            </a:pPr>
            <a:r>
              <a:rPr lang="nl-NL" dirty="0">
                <a:solidFill>
                  <a:srgbClr val="00FF00"/>
                </a:solidFill>
                <a:latin typeface="Courier New" pitchFamily="49"/>
                <a:cs typeface="Courier New" pitchFamily="49"/>
              </a:rPr>
              <a:t>Create mocks that use response templating</a:t>
            </a:r>
          </a:p>
          <a:p>
            <a:pPr lvl="1">
              <a:buFont typeface="Courier New" pitchFamily="49"/>
              <a:buChar char="_"/>
            </a:pPr>
            <a:r>
              <a:rPr lang="nl-NL" dirty="0">
                <a:solidFill>
                  <a:srgbClr val="00FF00"/>
                </a:solidFill>
                <a:latin typeface="Courier New" pitchFamily="49"/>
                <a:cs typeface="Courier New" pitchFamily="49"/>
              </a:rPr>
              <a:t>Implement the responses as described in the comments</a:t>
            </a:r>
          </a:p>
          <a:p>
            <a:pPr lvl="0">
              <a:buFont typeface="Courier New" pitchFamily="49"/>
              <a:buChar char="_"/>
            </a:pPr>
            <a:endParaRPr lang="nl-NL" dirty="0">
              <a:solidFill>
                <a:srgbClr val="00FF00"/>
              </a:solidFill>
              <a:latin typeface="Courier New" pitchFamily="49"/>
              <a:cs typeface="Courier New" pitchFamily="49"/>
            </a:endParaRPr>
          </a:p>
          <a:p>
            <a:pPr lvl="0">
              <a:buFont typeface="Courier New" pitchFamily="49"/>
              <a:buChar char="_"/>
            </a:pPr>
            <a:r>
              <a:rPr lang="nl-NL" dirty="0">
                <a:solidFill>
                  <a:srgbClr val="00FF00"/>
                </a:solidFill>
                <a:latin typeface="Courier New" pitchFamily="49"/>
                <a:cs typeface="Courier New" pitchFamily="49"/>
              </a:rPr>
              <a:t>Verify your solution by running the tests in the same file</a:t>
            </a:r>
          </a:p>
          <a:p>
            <a:pPr lvl="0">
              <a:buFont typeface="Courier New" pitchFamily="49"/>
              <a:buChar char="_"/>
            </a:pPr>
            <a:endParaRPr lang="nl-NL" dirty="0">
              <a:solidFill>
                <a:srgbClr val="00FF00"/>
              </a:solidFill>
              <a:latin typeface="Courier New" pitchFamily="49"/>
              <a:cs typeface="Courier New" pitchFamily="49"/>
            </a:endParaRPr>
          </a:p>
          <a:p>
            <a:pPr lvl="0">
              <a:buFont typeface="Courier New" pitchFamily="49"/>
              <a:buChar char="_"/>
            </a:pPr>
            <a:r>
              <a:rPr lang="nl-NL" dirty="0">
                <a:solidFill>
                  <a:srgbClr val="00FF00"/>
                </a:solidFill>
                <a:latin typeface="Courier New" pitchFamily="49"/>
                <a:cs typeface="Courier New" pitchFamily="49"/>
              </a:rPr>
              <a:t>Answers are in answers &gt; WireMockAnswers4Test.java</a:t>
            </a:r>
          </a:p>
          <a:p>
            <a:pPr lvl="0">
              <a:buFont typeface="Courier New" pitchFamily="49"/>
              <a:buChar char="_"/>
            </a:pPr>
            <a:endParaRPr lang="nl-NL" dirty="0">
              <a:solidFill>
                <a:srgbClr val="00FF00"/>
              </a:solidFill>
              <a:latin typeface="Courier New" pitchFamily="49"/>
              <a:cs typeface="Courier New" pitchFamily="49"/>
            </a:endParaRPr>
          </a:p>
          <a:p>
            <a:pPr lvl="0">
              <a:buFont typeface="Courier New" pitchFamily="49"/>
              <a:buChar char="_"/>
            </a:pPr>
            <a:r>
              <a:rPr lang="nl-NL" dirty="0">
                <a:solidFill>
                  <a:srgbClr val="00FF00"/>
                </a:solidFill>
                <a:latin typeface="Courier New" pitchFamily="49"/>
                <a:cs typeface="Courier New" pitchFamily="49"/>
              </a:rPr>
              <a:t>Examples are in examples &gt; WireMockExamples4Test.java</a:t>
            </a:r>
          </a:p>
          <a:p>
            <a:pPr lvl="0">
              <a:buFont typeface="Courier New" pitchFamily="49"/>
              <a:buChar char="_"/>
            </a:pPr>
            <a:endParaRPr lang="nl-NL" dirty="0">
              <a:solidFill>
                <a:srgbClr val="00FF00"/>
              </a:solidFill>
              <a:latin typeface="Courier New" pitchFamily="49"/>
              <a:cs typeface="Courier New" pitchFamily="49"/>
            </a:endParaRPr>
          </a:p>
          <a:p>
            <a:pPr lvl="0">
              <a:buFont typeface="Courier New" pitchFamily="49"/>
              <a:buChar char="_"/>
            </a:pPr>
            <a:endParaRPr lang="nl-NL" dirty="0">
              <a:solidFill>
                <a:srgbClr val="00FF00"/>
              </a:solidFill>
              <a:latin typeface="Courier New" pitchFamily="49"/>
              <a:cs typeface="Courier New" pitchFamily="49"/>
            </a:endParaRPr>
          </a:p>
          <a:p>
            <a:pPr lvl="0">
              <a:buFont typeface="Courier New" pitchFamily="49"/>
              <a:buChar char="_"/>
            </a:pPr>
            <a:endParaRPr lang="nl-NL" dirty="0">
              <a:solidFill>
                <a:srgbClr val="00FF00"/>
              </a:solidFill>
              <a:latin typeface="Courier New" pitchFamily="49"/>
              <a:cs typeface="Courier New" pitchFamily="49"/>
            </a:endParaRPr>
          </a:p>
          <a:p>
            <a:pPr lvl="0">
              <a:buFont typeface="Courier New" pitchFamily="49"/>
              <a:buChar char="_"/>
            </a:pPr>
            <a:endParaRPr lang="nl-NL" dirty="0">
              <a:solidFill>
                <a:srgbClr val="00FF00"/>
              </a:solidFill>
              <a:latin typeface="Courier New" pitchFamily="49"/>
              <a:cs typeface="Courier New" pitchFamily="49"/>
            </a:endParaRPr>
          </a:p>
          <a:p>
            <a:pPr lvl="0">
              <a:buFont typeface="Courier New" pitchFamily="49"/>
              <a:buChar char="_"/>
            </a:pPr>
            <a:endParaRPr lang="nl-NL" dirty="0">
              <a:solidFill>
                <a:srgbClr val="00FF00"/>
              </a:solidFill>
              <a:latin typeface="Courier New" pitchFamily="49"/>
              <a:cs typeface="Courier New" pitchFamily="49"/>
            </a:endParaRPr>
          </a:p>
        </p:txBody>
      </p:sp>
    </p:spTree>
    <p:extLst>
      <p:ext uri="{BB962C8B-B14F-4D97-AF65-F5344CB8AC3E}">
        <p14:creationId xmlns:p14="http://schemas.microsoft.com/office/powerpoint/2010/main" val="221221644"/>
      </p:ext>
    </p:extLst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" y="2267636"/>
            <a:ext cx="12191998" cy="2369662"/>
          </a:xfrm>
        </p:spPr>
        <p:txBody>
          <a:bodyPr>
            <a:noAutofit/>
          </a:bodyPr>
          <a:lstStyle/>
          <a:p>
            <a:pPr algn="ctr"/>
            <a:r>
              <a:rPr lang="nl-NL" sz="6500">
                <a:solidFill>
                  <a:srgbClr val="00FF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Section 5:</a:t>
            </a:r>
            <a:br>
              <a:rPr lang="nl-NL" sz="6500">
                <a:solidFill>
                  <a:srgbClr val="00FF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br>
              <a:rPr lang="nl-NL" sz="6500">
                <a:solidFill>
                  <a:srgbClr val="00FF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nl-NL" sz="6500">
                <a:solidFill>
                  <a:srgbClr val="00FF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Verification</a:t>
            </a:r>
            <a:endParaRPr lang="nl-NL" sz="6500" dirty="0">
              <a:solidFill>
                <a:srgbClr val="00FF00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647676829"/>
      </p:ext>
    </p:extLst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9F5B244-0AC6-4FDB-90B1-15F77C3031D0}"/>
              </a:ext>
            </a:extLst>
          </p:cNvPr>
          <p:cNvSpPr txBox="1">
            <a:spLocks noGrp="1"/>
          </p:cNvSpPr>
          <p:nvPr>
            <p:ph type="title"/>
          </p:nvPr>
        </p:nvSpPr>
        <p:spPr/>
        <p:txBody>
          <a:bodyPr/>
          <a:lstStyle/>
          <a:p>
            <a:pPr lvl="0"/>
            <a:r>
              <a:rPr lang="nl-NL">
                <a:solidFill>
                  <a:srgbClr val="00FF00"/>
                </a:solidFill>
                <a:latin typeface="Courier New" pitchFamily="49"/>
                <a:cs typeface="Courier New" pitchFamily="49"/>
              </a:rPr>
              <a:t>Verifying incoming requests</a:t>
            </a:r>
            <a:endParaRPr lang="nl-NL" dirty="0">
              <a:solidFill>
                <a:srgbClr val="00FF00"/>
              </a:solidFill>
              <a:latin typeface="Courier New" pitchFamily="49"/>
              <a:cs typeface="Courier New" pitchFamily="49"/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139C82B-AD86-4DD7-A5E8-FF4019CEF5E1}"/>
              </a:ext>
            </a:extLst>
          </p:cNvPr>
          <p:cNvSpPr txBox="1">
            <a:spLocks noGrp="1"/>
          </p:cNvSpPr>
          <p:nvPr>
            <p:ph idx="1"/>
          </p:nvPr>
        </p:nvSpPr>
        <p:spPr>
          <a:xfrm>
            <a:off x="838203" y="1825627"/>
            <a:ext cx="11143893" cy="4351336"/>
          </a:xfrm>
        </p:spPr>
        <p:txBody>
          <a:bodyPr/>
          <a:lstStyle/>
          <a:p>
            <a:pPr lvl="0">
              <a:buFont typeface="Courier New" pitchFamily="49"/>
              <a:buChar char="_"/>
            </a:pPr>
            <a:r>
              <a:rPr lang="nl-NL">
                <a:solidFill>
                  <a:srgbClr val="00FF00"/>
                </a:solidFill>
                <a:latin typeface="Courier New" pitchFamily="49"/>
                <a:cs typeface="Courier New" pitchFamily="49"/>
              </a:rPr>
              <a:t>Apart from returning responses, you might also want to verify that incoming requests have certain properties</a:t>
            </a:r>
          </a:p>
          <a:p>
            <a:pPr lvl="1">
              <a:buFont typeface="Courier New" pitchFamily="49"/>
              <a:buChar char="_"/>
            </a:pPr>
            <a:r>
              <a:rPr lang="nl-NL">
                <a:solidFill>
                  <a:srgbClr val="00FF00"/>
                </a:solidFill>
                <a:latin typeface="Courier New" pitchFamily="49"/>
                <a:cs typeface="Courier New" pitchFamily="49"/>
              </a:rPr>
              <a:t>Fail a test if these verifications aren’t met</a:t>
            </a:r>
          </a:p>
          <a:p>
            <a:pPr lvl="0">
              <a:buFont typeface="Courier New" pitchFamily="49"/>
              <a:buChar char="_"/>
            </a:pPr>
            <a:endParaRPr lang="nl-NL">
              <a:solidFill>
                <a:srgbClr val="00FF00"/>
              </a:solidFill>
              <a:latin typeface="Courier New" pitchFamily="49"/>
              <a:cs typeface="Courier New" pitchFamily="49"/>
            </a:endParaRPr>
          </a:p>
          <a:p>
            <a:pPr lvl="0">
              <a:buFont typeface="Courier New" pitchFamily="49"/>
              <a:buChar char="_"/>
            </a:pPr>
            <a:r>
              <a:rPr lang="nl-NL">
                <a:solidFill>
                  <a:srgbClr val="00FF00"/>
                </a:solidFill>
                <a:latin typeface="Courier New" pitchFamily="49"/>
                <a:cs typeface="Courier New" pitchFamily="49"/>
              </a:rPr>
              <a:t>You can do this with WireMock in a way very similar to mocking frameworks for unit tests (e.g., Mockito for Java)</a:t>
            </a:r>
            <a:endParaRPr lang="nl-NL" dirty="0">
              <a:solidFill>
                <a:srgbClr val="00FF00"/>
              </a:solidFill>
              <a:latin typeface="Courier New" pitchFamily="49"/>
              <a:cs typeface="Courier New" pitchFamily="49"/>
            </a:endParaRPr>
          </a:p>
          <a:p>
            <a:pPr lvl="0">
              <a:buFont typeface="Courier New" pitchFamily="49"/>
              <a:buChar char="_"/>
            </a:pPr>
            <a:endParaRPr lang="nl-NL" dirty="0">
              <a:solidFill>
                <a:srgbClr val="00FF00"/>
              </a:solidFill>
              <a:latin typeface="Courier New" pitchFamily="49"/>
              <a:cs typeface="Courier New" pitchFamily="49"/>
            </a:endParaRPr>
          </a:p>
        </p:txBody>
      </p:sp>
    </p:spTree>
    <p:extLst>
      <p:ext uri="{BB962C8B-B14F-4D97-AF65-F5344CB8AC3E}">
        <p14:creationId xmlns:p14="http://schemas.microsoft.com/office/powerpoint/2010/main" val="3667476855"/>
      </p:ext>
    </p:extLst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9F5B244-0AC6-4FDB-90B1-15F77C3031D0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8382000" y="457999"/>
            <a:ext cx="3810000" cy="1325559"/>
          </a:xfrm>
        </p:spPr>
        <p:txBody>
          <a:bodyPr>
            <a:normAutofit fontScale="90000"/>
          </a:bodyPr>
          <a:lstStyle/>
          <a:p>
            <a:pPr lvl="0" algn="ctr"/>
            <a:r>
              <a:rPr lang="nl-NL">
                <a:solidFill>
                  <a:srgbClr val="00FF00"/>
                </a:solidFill>
                <a:latin typeface="Courier New" pitchFamily="49"/>
                <a:cs typeface="Courier New" pitchFamily="49"/>
              </a:rPr>
              <a:t>Verifying incoming requests</a:t>
            </a:r>
            <a:endParaRPr lang="nl-NL" dirty="0">
              <a:solidFill>
                <a:srgbClr val="00FF00"/>
              </a:solidFill>
              <a:latin typeface="Courier New" pitchFamily="49"/>
              <a:cs typeface="Courier New" pitchFamily="49"/>
            </a:endParaRPr>
          </a:p>
        </p:txBody>
      </p:sp>
      <p:pic>
        <p:nvPicPr>
          <p:cNvPr id="7" name="Afbeelding 6">
            <a:extLst>
              <a:ext uri="{FF2B5EF4-FFF2-40B4-BE49-F238E27FC236}">
                <a16:creationId xmlns:a16="http://schemas.microsoft.com/office/drawing/2014/main" id="{EF784A9B-4955-C88A-3F99-C2E2F5AAE19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0332" y="110490"/>
            <a:ext cx="7724775" cy="3162300"/>
          </a:xfrm>
          <a:prstGeom prst="rect">
            <a:avLst/>
          </a:prstGeom>
        </p:spPr>
      </p:pic>
      <p:pic>
        <p:nvPicPr>
          <p:cNvPr id="9" name="Afbeelding 8">
            <a:extLst>
              <a:ext uri="{FF2B5EF4-FFF2-40B4-BE49-F238E27FC236}">
                <a16:creationId xmlns:a16="http://schemas.microsoft.com/office/drawing/2014/main" id="{0CDD658F-5CC1-D2CF-D754-4130F08DD6A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600575" y="3390265"/>
            <a:ext cx="7591425" cy="3438525"/>
          </a:xfrm>
          <a:prstGeom prst="rect">
            <a:avLst/>
          </a:prstGeom>
        </p:spPr>
      </p:pic>
      <p:sp>
        <p:nvSpPr>
          <p:cNvPr id="11" name="Tekstvak 10">
            <a:extLst>
              <a:ext uri="{FF2B5EF4-FFF2-40B4-BE49-F238E27FC236}">
                <a16:creationId xmlns:a16="http://schemas.microsoft.com/office/drawing/2014/main" id="{8D37FD15-BB3C-A474-B7FF-AA89D18AF011}"/>
              </a:ext>
            </a:extLst>
          </p:cNvPr>
          <p:cNvSpPr txBox="1"/>
          <p:nvPr/>
        </p:nvSpPr>
        <p:spPr>
          <a:xfrm>
            <a:off x="4866640" y="252463"/>
            <a:ext cx="273304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srgbClr val="00FF00"/>
                </a:solidFill>
                <a:effectLst/>
                <a:uLnTx/>
                <a:uFillTx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Given this simple ‘hello world’ stub</a:t>
            </a:r>
            <a:endParaRPr kumimoji="0" lang="en-NL" sz="1800" b="0" i="0" u="none" strike="noStrike" kern="1200" cap="none" spc="0" normalizeH="0" baseline="0" noProof="0">
              <a:ln>
                <a:noFill/>
              </a:ln>
              <a:solidFill>
                <a:srgbClr val="00FF00"/>
              </a:solidFill>
              <a:effectLst/>
              <a:uLnTx/>
              <a:uFillTx/>
              <a:latin typeface="Courier New" panose="02070309020205020404" pitchFamily="49" charset="0"/>
              <a:ea typeface="+mn-ea"/>
              <a:cs typeface="Courier New" panose="02070309020205020404" pitchFamily="49" charset="0"/>
            </a:endParaRPr>
          </a:p>
        </p:txBody>
      </p:sp>
      <p:sp>
        <p:nvSpPr>
          <p:cNvPr id="12" name="Tekstvak 11">
            <a:extLst>
              <a:ext uri="{FF2B5EF4-FFF2-40B4-BE49-F238E27FC236}">
                <a16:creationId xmlns:a16="http://schemas.microsoft.com/office/drawing/2014/main" id="{126CF2AC-E03C-E790-3608-4172B26BBE0D}"/>
              </a:ext>
            </a:extLst>
          </p:cNvPr>
          <p:cNvSpPr txBox="1"/>
          <p:nvPr/>
        </p:nvSpPr>
        <p:spPr>
          <a:xfrm>
            <a:off x="7995920" y="3909198"/>
            <a:ext cx="2641600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srgbClr val="00FF00"/>
                </a:solidFill>
                <a:effectLst/>
                <a:uLnTx/>
                <a:uFillTx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When we have this test that should invoke</a:t>
            </a:r>
            <a:r>
              <a:rPr kumimoji="0" lang="en-US" sz="1800" b="0" i="0" u="none" strike="noStrike" kern="1200" cap="none" spc="0" normalizeH="0" noProof="0">
                <a:ln>
                  <a:noFill/>
                </a:ln>
                <a:solidFill>
                  <a:srgbClr val="00FF00"/>
                </a:solidFill>
                <a:effectLst/>
                <a:uLnTx/>
                <a:uFillTx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 that stub exactly once</a:t>
            </a:r>
            <a:endParaRPr kumimoji="0" lang="en-NL" sz="1800" b="0" i="0" u="none" strike="noStrike" kern="1200" cap="none" spc="0" normalizeH="0" baseline="0" noProof="0">
              <a:ln>
                <a:noFill/>
              </a:ln>
              <a:solidFill>
                <a:srgbClr val="00FF00"/>
              </a:solidFill>
              <a:effectLst/>
              <a:uLnTx/>
              <a:uFillTx/>
              <a:latin typeface="Courier New" panose="02070309020205020404" pitchFamily="49" charset="0"/>
              <a:ea typeface="+mn-ea"/>
              <a:cs typeface="Courier New" panose="02070309020205020404" pitchFamily="49" charset="0"/>
            </a:endParaRPr>
          </a:p>
        </p:txBody>
      </p:sp>
      <p:pic>
        <p:nvPicPr>
          <p:cNvPr id="14" name="Afbeelding 13">
            <a:extLst>
              <a:ext uri="{FF2B5EF4-FFF2-40B4-BE49-F238E27FC236}">
                <a16:creationId xmlns:a16="http://schemas.microsoft.com/office/drawing/2014/main" id="{B0B394E8-C1E0-CC16-36E0-93CB8A42A3D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81474" y="5823108"/>
            <a:ext cx="11629051" cy="425291"/>
          </a:xfrm>
          <a:prstGeom prst="rect">
            <a:avLst/>
          </a:prstGeom>
          <a:ln>
            <a:solidFill>
              <a:srgbClr val="00FF00"/>
            </a:solidFill>
          </a:ln>
        </p:spPr>
      </p:pic>
      <p:sp>
        <p:nvSpPr>
          <p:cNvPr id="15" name="Tekstvak 14">
            <a:extLst>
              <a:ext uri="{FF2B5EF4-FFF2-40B4-BE49-F238E27FC236}">
                <a16:creationId xmlns:a16="http://schemas.microsoft.com/office/drawing/2014/main" id="{4F39A757-CBCA-89DF-E3FD-9BB1CE96B877}"/>
              </a:ext>
            </a:extLst>
          </p:cNvPr>
          <p:cNvSpPr txBox="1"/>
          <p:nvPr/>
        </p:nvSpPr>
        <p:spPr>
          <a:xfrm>
            <a:off x="281474" y="4228305"/>
            <a:ext cx="4236720" cy="14773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srgbClr val="00FF00"/>
                </a:solidFill>
                <a:effectLst/>
                <a:uLnTx/>
                <a:uFillTx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Then</a:t>
            </a:r>
            <a:r>
              <a:rPr kumimoji="0" lang="en-US" sz="1800" b="0" i="0" u="none" strike="noStrike" kern="1200" cap="none" spc="0" normalizeH="0" noProof="0">
                <a:ln>
                  <a:noFill/>
                </a:ln>
                <a:solidFill>
                  <a:srgbClr val="00FF00"/>
                </a:solidFill>
                <a:effectLst/>
                <a:uLnTx/>
                <a:uFillTx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 this verification can be added to the test to ensure that indeed, an HTTP GET to ‘/hello-world’ has been made exactly once</a:t>
            </a:r>
            <a:endParaRPr kumimoji="0" lang="en-NL" sz="1800" b="0" i="0" u="none" strike="noStrike" kern="1200" cap="none" spc="0" normalizeH="0" baseline="0" noProof="0">
              <a:ln>
                <a:noFill/>
              </a:ln>
              <a:solidFill>
                <a:srgbClr val="00FF00"/>
              </a:solidFill>
              <a:effectLst/>
              <a:uLnTx/>
              <a:uFillTx/>
              <a:latin typeface="Courier New" panose="02070309020205020404" pitchFamily="49" charset="0"/>
              <a:ea typeface="+mn-ea"/>
              <a:cs typeface="Courier New" panose="020703090202050204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1910313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/>
      <p:bldP spid="12" grpId="0"/>
      <p:bldP spid="15" grpId="0"/>
    </p:bldLst>
  </p:timing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9F5B244-0AC6-4FDB-90B1-15F77C3031D0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838202" y="365129"/>
            <a:ext cx="10876277" cy="1325559"/>
          </a:xfrm>
        </p:spPr>
        <p:txBody>
          <a:bodyPr/>
          <a:lstStyle/>
          <a:p>
            <a:pPr lvl="0"/>
            <a:r>
              <a:rPr lang="nl-NL">
                <a:solidFill>
                  <a:srgbClr val="00FF00"/>
                </a:solidFill>
                <a:latin typeface="Courier New" pitchFamily="49"/>
                <a:cs typeface="Courier New" pitchFamily="49"/>
              </a:rPr>
              <a:t>Some more verification examples</a:t>
            </a:r>
            <a:endParaRPr lang="nl-NL" dirty="0">
              <a:solidFill>
                <a:srgbClr val="00FF00"/>
              </a:solidFill>
              <a:latin typeface="Courier New" pitchFamily="49"/>
              <a:cs typeface="Courier New" pitchFamily="49"/>
            </a:endParaRPr>
          </a:p>
        </p:txBody>
      </p:sp>
      <p:pic>
        <p:nvPicPr>
          <p:cNvPr id="4" name="Afbeelding 3">
            <a:extLst>
              <a:ext uri="{FF2B5EF4-FFF2-40B4-BE49-F238E27FC236}">
                <a16:creationId xmlns:a16="http://schemas.microsoft.com/office/drawing/2014/main" id="{AB7A10CB-11C9-BF02-4779-B302D8B64C8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1474" y="152483"/>
            <a:ext cx="11629051" cy="425291"/>
          </a:xfrm>
          <a:prstGeom prst="rect">
            <a:avLst/>
          </a:prstGeom>
          <a:ln>
            <a:noFill/>
          </a:ln>
        </p:spPr>
      </p:pic>
      <p:pic>
        <p:nvPicPr>
          <p:cNvPr id="6" name="Afbeelding 5">
            <a:extLst>
              <a:ext uri="{FF2B5EF4-FFF2-40B4-BE49-F238E27FC236}">
                <a16:creationId xmlns:a16="http://schemas.microsoft.com/office/drawing/2014/main" id="{470FBD80-8C3D-139E-6872-4EB3270E31F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81474" y="1690688"/>
            <a:ext cx="9948772" cy="425291"/>
          </a:xfrm>
          <a:prstGeom prst="rect">
            <a:avLst/>
          </a:prstGeom>
        </p:spPr>
      </p:pic>
      <p:sp>
        <p:nvSpPr>
          <p:cNvPr id="7" name="Tekstvak 6">
            <a:extLst>
              <a:ext uri="{FF2B5EF4-FFF2-40B4-BE49-F238E27FC236}">
                <a16:creationId xmlns:a16="http://schemas.microsoft.com/office/drawing/2014/main" id="{BA2AC906-AF2C-CCD5-7762-F5D8283C2DF3}"/>
              </a:ext>
            </a:extLst>
          </p:cNvPr>
          <p:cNvSpPr txBox="1"/>
          <p:nvPr/>
        </p:nvSpPr>
        <p:spPr>
          <a:xfrm>
            <a:off x="281474" y="2115979"/>
            <a:ext cx="1131108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srgbClr val="00FF00"/>
                </a:solidFill>
                <a:effectLst/>
                <a:uLnTx/>
                <a:uFillTx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The same as the above,</a:t>
            </a:r>
            <a:r>
              <a:rPr kumimoji="0" lang="en-US" sz="1800" b="0" i="0" u="none" strike="noStrike" kern="1200" cap="none" spc="0" normalizeH="0" noProof="0">
                <a:ln>
                  <a:noFill/>
                </a:ln>
                <a:solidFill>
                  <a:srgbClr val="00FF00"/>
                </a:solidFill>
                <a:effectLst/>
                <a:uLnTx/>
                <a:uFillTx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 but less verbose</a:t>
            </a:r>
            <a:endParaRPr kumimoji="0" lang="en-NL" sz="1800" b="0" i="0" u="none" strike="noStrike" kern="1200" cap="none" spc="0" normalizeH="0" baseline="0" noProof="0">
              <a:ln>
                <a:noFill/>
              </a:ln>
              <a:solidFill>
                <a:srgbClr val="00FF00"/>
              </a:solidFill>
              <a:effectLst/>
              <a:uLnTx/>
              <a:uFillTx/>
              <a:latin typeface="Courier New" panose="02070309020205020404" pitchFamily="49" charset="0"/>
              <a:ea typeface="+mn-ea"/>
              <a:cs typeface="Courier New" panose="02070309020205020404" pitchFamily="49" charset="0"/>
            </a:endParaRPr>
          </a:p>
        </p:txBody>
      </p:sp>
      <p:pic>
        <p:nvPicPr>
          <p:cNvPr id="9" name="Afbeelding 8">
            <a:extLst>
              <a:ext uri="{FF2B5EF4-FFF2-40B4-BE49-F238E27FC236}">
                <a16:creationId xmlns:a16="http://schemas.microsoft.com/office/drawing/2014/main" id="{B088F632-BE48-B98E-C9DE-ECD2FF48D6A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81474" y="2910876"/>
            <a:ext cx="11805441" cy="369332"/>
          </a:xfrm>
          <a:prstGeom prst="rect">
            <a:avLst/>
          </a:prstGeom>
        </p:spPr>
      </p:pic>
      <p:sp>
        <p:nvSpPr>
          <p:cNvPr id="10" name="Tekstvak 9">
            <a:extLst>
              <a:ext uri="{FF2B5EF4-FFF2-40B4-BE49-F238E27FC236}">
                <a16:creationId xmlns:a16="http://schemas.microsoft.com/office/drawing/2014/main" id="{E5A976F6-BCBA-F48F-7D9A-1C239B06CDF3}"/>
              </a:ext>
            </a:extLst>
          </p:cNvPr>
          <p:cNvSpPr txBox="1"/>
          <p:nvPr/>
        </p:nvSpPr>
        <p:spPr>
          <a:xfrm>
            <a:off x="281474" y="3336167"/>
            <a:ext cx="1131108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srgbClr val="00FF00"/>
                </a:solidFill>
                <a:effectLst/>
                <a:uLnTx/>
                <a:uFillTx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Verify that less than 5 HTTP POSTs were made to /requestLoan</a:t>
            </a:r>
            <a:endParaRPr kumimoji="0" lang="en-NL" sz="1800" b="0" i="0" u="none" strike="noStrike" kern="1200" cap="none" spc="0" normalizeH="0" baseline="0" noProof="0">
              <a:ln>
                <a:noFill/>
              </a:ln>
              <a:solidFill>
                <a:srgbClr val="00FF00"/>
              </a:solidFill>
              <a:effectLst/>
              <a:uLnTx/>
              <a:uFillTx/>
              <a:latin typeface="Courier New" panose="02070309020205020404" pitchFamily="49" charset="0"/>
              <a:ea typeface="+mn-ea"/>
              <a:cs typeface="Courier New" panose="02070309020205020404" pitchFamily="49" charset="0"/>
            </a:endParaRPr>
          </a:p>
        </p:txBody>
      </p:sp>
      <p:pic>
        <p:nvPicPr>
          <p:cNvPr id="12" name="Afbeelding 11">
            <a:extLst>
              <a:ext uri="{FF2B5EF4-FFF2-40B4-BE49-F238E27FC236}">
                <a16:creationId xmlns:a16="http://schemas.microsoft.com/office/drawing/2014/main" id="{7E2D613E-D49C-F6DF-4223-79C51F40980B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81473" y="3955370"/>
            <a:ext cx="11566509" cy="1571670"/>
          </a:xfrm>
          <a:prstGeom prst="rect">
            <a:avLst/>
          </a:prstGeom>
        </p:spPr>
      </p:pic>
      <p:sp>
        <p:nvSpPr>
          <p:cNvPr id="13" name="Tekstvak 12">
            <a:extLst>
              <a:ext uri="{FF2B5EF4-FFF2-40B4-BE49-F238E27FC236}">
                <a16:creationId xmlns:a16="http://schemas.microsoft.com/office/drawing/2014/main" id="{81BA29E3-4F9F-279C-81E3-4E877A0B3DFA}"/>
              </a:ext>
            </a:extLst>
          </p:cNvPr>
          <p:cNvSpPr txBox="1"/>
          <p:nvPr/>
        </p:nvSpPr>
        <p:spPr>
          <a:xfrm>
            <a:off x="200194" y="5592245"/>
            <a:ext cx="11311086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srgbClr val="00FF00"/>
                </a:solidFill>
                <a:effectLst/>
                <a:uLnTx/>
                <a:uFillTx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Verify that 10</a:t>
            </a:r>
            <a:r>
              <a:rPr kumimoji="0" lang="en-US" sz="1800" b="0" i="0" u="none" strike="noStrike" kern="1200" cap="none" spc="0" normalizeH="0" noProof="0">
                <a:ln>
                  <a:noFill/>
                </a:ln>
                <a:solidFill>
                  <a:srgbClr val="00FF00"/>
                </a:solidFill>
                <a:effectLst/>
                <a:uLnTx/>
                <a:uFillTx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 or more</a:t>
            </a:r>
            <a:r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srgbClr val="00FF00"/>
                </a:solidFill>
                <a:effectLst/>
                <a:uLnTx/>
                <a:uFillTx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 HTTP POSTs with a ‘Content-Type’ header value containing</a:t>
            </a:r>
            <a:r>
              <a:rPr kumimoji="0" lang="en-US" sz="1800" b="0" i="0" u="none" strike="noStrike" kern="1200" cap="none" spc="0" normalizeH="0" noProof="0">
                <a:ln>
                  <a:noFill/>
                </a:ln>
                <a:solidFill>
                  <a:srgbClr val="00FF00"/>
                </a:solidFill>
                <a:effectLst/>
                <a:uLnTx/>
                <a:uFillTx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 ‘application/json’ </a:t>
            </a:r>
            <a:r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srgbClr val="00FF00"/>
                </a:solidFill>
                <a:effectLst/>
                <a:uLnTx/>
                <a:uFillTx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were made to /requestLoan</a:t>
            </a:r>
            <a:endParaRPr kumimoji="0" lang="en-NL" sz="1800" b="0" i="0" u="none" strike="noStrike" kern="1200" cap="none" spc="0" normalizeH="0" baseline="0" noProof="0">
              <a:ln>
                <a:noFill/>
              </a:ln>
              <a:solidFill>
                <a:srgbClr val="00FF00"/>
              </a:solidFill>
              <a:effectLst/>
              <a:uLnTx/>
              <a:uFillTx/>
              <a:latin typeface="Courier New" panose="02070309020205020404" pitchFamily="49" charset="0"/>
              <a:ea typeface="+mn-ea"/>
              <a:cs typeface="Courier New" panose="020703090202050204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60647953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/>
      <p:bldP spid="10" grpId="0"/>
      <p:bldP spid="13" grpId="0"/>
    </p:bldLst>
  </p:timing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0B4D458-4D33-4286-AFEF-1B613A4DDEAA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838200" y="111129"/>
            <a:ext cx="10515600" cy="721991"/>
          </a:xfrm>
        </p:spPr>
        <p:txBody>
          <a:bodyPr/>
          <a:lstStyle/>
          <a:p>
            <a:pPr lvl="0"/>
            <a:r>
              <a:rPr lang="nl-NL">
                <a:solidFill>
                  <a:srgbClr val="00FF00"/>
                </a:solidFill>
                <a:latin typeface="Courier New" pitchFamily="49"/>
                <a:cs typeface="Courier New" pitchFamily="49"/>
              </a:rPr>
              <a:t>Now it’s your turn!</a:t>
            </a:r>
            <a:endParaRPr lang="nl-NL" dirty="0">
              <a:solidFill>
                <a:srgbClr val="00FF00"/>
              </a:solidFill>
              <a:latin typeface="Courier New" pitchFamily="49"/>
              <a:cs typeface="Courier New" pitchFamily="49"/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A05396D-29B9-41A6-9997-E363A9EA5C37}"/>
              </a:ext>
            </a:extLst>
          </p:cNvPr>
          <p:cNvSpPr txBox="1">
            <a:spLocks noGrp="1"/>
          </p:cNvSpPr>
          <p:nvPr>
            <p:ph idx="1"/>
          </p:nvPr>
        </p:nvSpPr>
        <p:spPr>
          <a:xfrm>
            <a:off x="838200" y="1307466"/>
            <a:ext cx="10977877" cy="5032373"/>
          </a:xfrm>
        </p:spPr>
        <p:txBody>
          <a:bodyPr>
            <a:normAutofit fontScale="92500"/>
          </a:bodyPr>
          <a:lstStyle/>
          <a:p>
            <a:pPr lvl="0">
              <a:buFont typeface="Courier New" pitchFamily="49"/>
              <a:buChar char="_"/>
            </a:pPr>
            <a:r>
              <a:rPr lang="nl-NL" dirty="0">
                <a:solidFill>
                  <a:srgbClr val="00FF00"/>
                </a:solidFill>
                <a:latin typeface="Courier New" pitchFamily="49"/>
                <a:cs typeface="Courier New" pitchFamily="49"/>
              </a:rPr>
              <a:t>exercises &gt; WireMockExercises5Test.java</a:t>
            </a:r>
          </a:p>
          <a:p>
            <a:pPr lvl="0">
              <a:buFont typeface="Courier New" pitchFamily="49"/>
              <a:buChar char="_"/>
            </a:pPr>
            <a:endParaRPr lang="nl-NL" dirty="0">
              <a:solidFill>
                <a:srgbClr val="00FF00"/>
              </a:solidFill>
              <a:latin typeface="Courier New" pitchFamily="49"/>
              <a:cs typeface="Courier New" pitchFamily="49"/>
            </a:endParaRPr>
          </a:p>
          <a:p>
            <a:pPr lvl="0">
              <a:buFont typeface="Courier New" pitchFamily="49"/>
              <a:buChar char="_"/>
            </a:pPr>
            <a:r>
              <a:rPr lang="nl-NL" dirty="0">
                <a:solidFill>
                  <a:srgbClr val="00FF00"/>
                </a:solidFill>
                <a:latin typeface="Courier New" pitchFamily="49"/>
                <a:cs typeface="Courier New" pitchFamily="49"/>
              </a:rPr>
              <a:t>Add WireMock verifications to the tests</a:t>
            </a:r>
          </a:p>
          <a:p>
            <a:pPr lvl="1">
              <a:buFont typeface="Courier New" pitchFamily="49"/>
              <a:buChar char="_"/>
            </a:pPr>
            <a:r>
              <a:rPr lang="nl-NL" dirty="0">
                <a:solidFill>
                  <a:srgbClr val="00FF00"/>
                </a:solidFill>
                <a:latin typeface="Courier New" pitchFamily="49"/>
                <a:cs typeface="Courier New" pitchFamily="49"/>
              </a:rPr>
              <a:t>Verify request properties as described in the comments</a:t>
            </a:r>
          </a:p>
          <a:p>
            <a:pPr lvl="0">
              <a:buFont typeface="Courier New" pitchFamily="49"/>
              <a:buChar char="_"/>
            </a:pPr>
            <a:endParaRPr lang="nl-NL" dirty="0">
              <a:solidFill>
                <a:srgbClr val="00FF00"/>
              </a:solidFill>
              <a:latin typeface="Courier New" pitchFamily="49"/>
              <a:cs typeface="Courier New" pitchFamily="49"/>
            </a:endParaRPr>
          </a:p>
          <a:p>
            <a:pPr lvl="0">
              <a:buFont typeface="Courier New" pitchFamily="49"/>
              <a:buChar char="_"/>
            </a:pPr>
            <a:r>
              <a:rPr lang="nl-NL" dirty="0">
                <a:solidFill>
                  <a:srgbClr val="00FF00"/>
                </a:solidFill>
                <a:latin typeface="Courier New" pitchFamily="49"/>
                <a:cs typeface="Courier New" pitchFamily="49"/>
              </a:rPr>
              <a:t>Verify your solution by running the tests</a:t>
            </a:r>
          </a:p>
          <a:p>
            <a:pPr lvl="0">
              <a:buFont typeface="Courier New" pitchFamily="49"/>
              <a:buChar char="_"/>
            </a:pPr>
            <a:endParaRPr lang="nl-NL" dirty="0">
              <a:solidFill>
                <a:srgbClr val="00FF00"/>
              </a:solidFill>
              <a:latin typeface="Courier New" pitchFamily="49"/>
              <a:cs typeface="Courier New" pitchFamily="49"/>
            </a:endParaRPr>
          </a:p>
          <a:p>
            <a:pPr lvl="0">
              <a:buFont typeface="Courier New" pitchFamily="49"/>
              <a:buChar char="_"/>
            </a:pPr>
            <a:r>
              <a:rPr lang="nl-NL" dirty="0">
                <a:solidFill>
                  <a:srgbClr val="00FF00"/>
                </a:solidFill>
                <a:latin typeface="Courier New" pitchFamily="49"/>
                <a:cs typeface="Courier New" pitchFamily="49"/>
              </a:rPr>
              <a:t>Answers are in answers &gt; WireMockAnswers5Test.java</a:t>
            </a:r>
          </a:p>
          <a:p>
            <a:pPr lvl="0">
              <a:buFont typeface="Courier New" pitchFamily="49"/>
              <a:buChar char="_"/>
            </a:pPr>
            <a:endParaRPr lang="nl-NL" dirty="0">
              <a:solidFill>
                <a:srgbClr val="00FF00"/>
              </a:solidFill>
              <a:latin typeface="Courier New" pitchFamily="49"/>
              <a:cs typeface="Courier New" pitchFamily="49"/>
            </a:endParaRPr>
          </a:p>
          <a:p>
            <a:pPr lvl="0">
              <a:buFont typeface="Courier New" pitchFamily="49"/>
              <a:buChar char="_"/>
            </a:pPr>
            <a:r>
              <a:rPr lang="nl-NL" dirty="0">
                <a:solidFill>
                  <a:srgbClr val="00FF00"/>
                </a:solidFill>
                <a:latin typeface="Courier New" pitchFamily="49"/>
                <a:cs typeface="Courier New" pitchFamily="49"/>
              </a:rPr>
              <a:t>Examples are in examples &gt; WireMockExamples5Test.java</a:t>
            </a:r>
          </a:p>
          <a:p>
            <a:pPr lvl="0">
              <a:buFont typeface="Courier New" pitchFamily="49"/>
              <a:buChar char="_"/>
            </a:pPr>
            <a:endParaRPr lang="nl-NL" dirty="0">
              <a:solidFill>
                <a:srgbClr val="00FF00"/>
              </a:solidFill>
              <a:latin typeface="Courier New" pitchFamily="49"/>
              <a:cs typeface="Courier New" pitchFamily="49"/>
            </a:endParaRPr>
          </a:p>
          <a:p>
            <a:pPr lvl="0">
              <a:buFont typeface="Courier New" pitchFamily="49"/>
              <a:buChar char="_"/>
            </a:pPr>
            <a:endParaRPr lang="nl-NL" dirty="0">
              <a:solidFill>
                <a:srgbClr val="00FF00"/>
              </a:solidFill>
              <a:latin typeface="Courier New" pitchFamily="49"/>
              <a:cs typeface="Courier New" pitchFamily="49"/>
            </a:endParaRPr>
          </a:p>
          <a:p>
            <a:pPr lvl="0">
              <a:buFont typeface="Courier New" pitchFamily="49"/>
              <a:buChar char="_"/>
            </a:pPr>
            <a:endParaRPr lang="nl-NL" dirty="0">
              <a:solidFill>
                <a:srgbClr val="00FF00"/>
              </a:solidFill>
              <a:latin typeface="Courier New" pitchFamily="49"/>
              <a:cs typeface="Courier New" pitchFamily="49"/>
            </a:endParaRPr>
          </a:p>
          <a:p>
            <a:pPr lvl="0">
              <a:buFont typeface="Courier New" pitchFamily="49"/>
              <a:buChar char="_"/>
            </a:pPr>
            <a:endParaRPr lang="nl-NL" dirty="0">
              <a:solidFill>
                <a:srgbClr val="00FF00"/>
              </a:solidFill>
              <a:latin typeface="Courier New" pitchFamily="49"/>
              <a:cs typeface="Courier New" pitchFamily="49"/>
            </a:endParaRPr>
          </a:p>
          <a:p>
            <a:pPr lvl="0">
              <a:buFont typeface="Courier New" pitchFamily="49"/>
              <a:buChar char="_"/>
            </a:pPr>
            <a:endParaRPr lang="nl-NL" dirty="0">
              <a:solidFill>
                <a:srgbClr val="00FF00"/>
              </a:solidFill>
              <a:latin typeface="Courier New" pitchFamily="49"/>
              <a:cs typeface="Courier New" pitchFamily="49"/>
            </a:endParaRPr>
          </a:p>
        </p:txBody>
      </p:sp>
    </p:spTree>
    <p:extLst>
      <p:ext uri="{BB962C8B-B14F-4D97-AF65-F5344CB8AC3E}">
        <p14:creationId xmlns:p14="http://schemas.microsoft.com/office/powerpoint/2010/main" val="743449811"/>
      </p:ext>
    </p:extLst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5AB1B50C-8A9E-494C-C8D9-5B1A68CA549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2DC2453-90AF-1420-F459-FBF11155FDC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" y="2267636"/>
            <a:ext cx="12191998" cy="2369662"/>
          </a:xfrm>
        </p:spPr>
        <p:txBody>
          <a:bodyPr>
            <a:noAutofit/>
          </a:bodyPr>
          <a:lstStyle/>
          <a:p>
            <a:pPr algn="ctr"/>
            <a:r>
              <a:rPr lang="nl-NL" sz="6500" dirty="0">
                <a:solidFill>
                  <a:srgbClr val="00FF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Section 6:</a:t>
            </a:r>
            <a:br>
              <a:rPr lang="nl-NL" sz="6500" dirty="0">
                <a:solidFill>
                  <a:srgbClr val="00FF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br>
              <a:rPr lang="nl-NL" sz="6500" dirty="0">
                <a:solidFill>
                  <a:srgbClr val="00FF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nl-NL" sz="6500" dirty="0">
                <a:solidFill>
                  <a:srgbClr val="00FF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Stub priority</a:t>
            </a:r>
          </a:p>
        </p:txBody>
      </p:sp>
    </p:spTree>
    <p:extLst>
      <p:ext uri="{BB962C8B-B14F-4D97-AF65-F5344CB8AC3E}">
        <p14:creationId xmlns:p14="http://schemas.microsoft.com/office/powerpoint/2010/main" val="1086566145"/>
      </p:ext>
    </p:extLst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85D9D1D-CF0E-444D-BF61-6E6E92619F56}"/>
              </a:ext>
            </a:extLst>
          </p:cNvPr>
          <p:cNvSpPr txBox="1">
            <a:spLocks noGrp="1"/>
          </p:cNvSpPr>
          <p:nvPr>
            <p:ph type="title"/>
          </p:nvPr>
        </p:nvSpPr>
        <p:spPr/>
        <p:txBody>
          <a:bodyPr/>
          <a:lstStyle/>
          <a:p>
            <a:pPr lvl="0"/>
            <a:r>
              <a:rPr lang="nl-NL" dirty="0">
                <a:solidFill>
                  <a:srgbClr val="00FF00"/>
                </a:solidFill>
                <a:latin typeface="Courier New" pitchFamily="49"/>
                <a:cs typeface="Courier New" pitchFamily="49"/>
              </a:rPr>
              <a:t>Defining stub priority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287466E-59AE-4FAE-B4E2-27D0E0D7A69F}"/>
              </a:ext>
            </a:extLst>
          </p:cNvPr>
          <p:cNvSpPr txBox="1">
            <a:spLocks noGrp="1"/>
          </p:cNvSpPr>
          <p:nvPr>
            <p:ph idx="1"/>
          </p:nvPr>
        </p:nvSpPr>
        <p:spPr>
          <a:xfrm>
            <a:off x="838202" y="1825627"/>
            <a:ext cx="10976169" cy="4351336"/>
          </a:xfrm>
        </p:spPr>
        <p:txBody>
          <a:bodyPr>
            <a:normAutofit/>
          </a:bodyPr>
          <a:lstStyle/>
          <a:p>
            <a:pPr lvl="0">
              <a:buFont typeface="Courier New" pitchFamily="49"/>
              <a:buChar char="_"/>
            </a:pPr>
            <a:r>
              <a:rPr lang="nl-NL" dirty="0">
                <a:solidFill>
                  <a:srgbClr val="00FF00"/>
                </a:solidFill>
                <a:latin typeface="Courier New" pitchFamily="49"/>
                <a:cs typeface="Courier New" pitchFamily="49"/>
              </a:rPr>
              <a:t>In some cases, you might want to tell WireMock to first evaluate an incoming request against one stub definition, before ‘passing it down’ to others</a:t>
            </a:r>
          </a:p>
          <a:p>
            <a:pPr lvl="0">
              <a:buFont typeface="Courier New" pitchFamily="49"/>
              <a:buChar char="_"/>
            </a:pPr>
            <a:endParaRPr lang="nl-NL" dirty="0">
              <a:solidFill>
                <a:srgbClr val="00FF00"/>
              </a:solidFill>
              <a:latin typeface="Courier New" pitchFamily="49"/>
              <a:cs typeface="Courier New" pitchFamily="49"/>
            </a:endParaRPr>
          </a:p>
          <a:p>
            <a:pPr lvl="0">
              <a:buFont typeface="Courier New" pitchFamily="49"/>
              <a:buChar char="_"/>
            </a:pPr>
            <a:r>
              <a:rPr lang="nl-NL" dirty="0">
                <a:solidFill>
                  <a:srgbClr val="00FF00"/>
                </a:solidFill>
                <a:latin typeface="Courier New" pitchFamily="49"/>
                <a:cs typeface="Courier New" pitchFamily="49"/>
              </a:rPr>
              <a:t>You can enforce this with defining stub priority</a:t>
            </a:r>
          </a:p>
          <a:p>
            <a:pPr lvl="0">
              <a:buFont typeface="Courier New" pitchFamily="49"/>
              <a:buChar char="_"/>
            </a:pPr>
            <a:endParaRPr lang="nl-NL" dirty="0">
              <a:solidFill>
                <a:srgbClr val="00FF00"/>
              </a:solidFill>
              <a:latin typeface="Courier New" pitchFamily="49"/>
              <a:cs typeface="Courier New" pitchFamily="49"/>
            </a:endParaRPr>
          </a:p>
          <a:p>
            <a:pPr lvl="0">
              <a:buFont typeface="Courier New" pitchFamily="49"/>
              <a:buChar char="_"/>
            </a:pPr>
            <a:r>
              <a:rPr lang="nl-NL" dirty="0">
                <a:solidFill>
                  <a:srgbClr val="00FF00"/>
                </a:solidFill>
                <a:latin typeface="Courier New" pitchFamily="49"/>
                <a:cs typeface="Courier New" pitchFamily="49"/>
              </a:rPr>
              <a:t>1 is highest priority, Integer.MAX_VALUE is lowest priority</a:t>
            </a:r>
          </a:p>
          <a:p>
            <a:pPr lvl="0">
              <a:buFont typeface="Courier New" pitchFamily="49"/>
              <a:buChar char="_"/>
            </a:pPr>
            <a:endParaRPr lang="nl-NL" dirty="0">
              <a:solidFill>
                <a:srgbClr val="00FF00"/>
              </a:solidFill>
              <a:latin typeface="Courier New" pitchFamily="49"/>
              <a:cs typeface="Courier New" pitchFamily="49"/>
            </a:endParaRPr>
          </a:p>
          <a:p>
            <a:pPr lvl="0">
              <a:buFont typeface="Courier New" pitchFamily="49"/>
              <a:buChar char="_"/>
            </a:pPr>
            <a:endParaRPr lang="nl-NL" dirty="0">
              <a:solidFill>
                <a:srgbClr val="00FF00"/>
              </a:solidFill>
              <a:latin typeface="Courier New" pitchFamily="49"/>
              <a:cs typeface="Courier New" pitchFamily="49"/>
            </a:endParaRPr>
          </a:p>
          <a:p>
            <a:pPr lvl="0">
              <a:buFont typeface="Courier New" pitchFamily="49"/>
              <a:buChar char="_"/>
            </a:pPr>
            <a:endParaRPr lang="nl-NL" dirty="0">
              <a:solidFill>
                <a:srgbClr val="00FF00"/>
              </a:solidFill>
              <a:latin typeface="Courier New" pitchFamily="49"/>
              <a:cs typeface="Courier New" pitchFamily="49"/>
            </a:endParaRPr>
          </a:p>
          <a:p>
            <a:pPr lvl="0">
              <a:buFont typeface="Courier New" pitchFamily="49"/>
              <a:buChar char="_"/>
            </a:pPr>
            <a:endParaRPr lang="nl-NL" dirty="0">
              <a:solidFill>
                <a:srgbClr val="00FF00"/>
              </a:solidFill>
              <a:latin typeface="Courier New" pitchFamily="49"/>
              <a:cs typeface="Courier New" pitchFamily="49"/>
            </a:endParaRPr>
          </a:p>
        </p:txBody>
      </p:sp>
    </p:spTree>
    <p:extLst>
      <p:ext uri="{BB962C8B-B14F-4D97-AF65-F5344CB8AC3E}">
        <p14:creationId xmlns:p14="http://schemas.microsoft.com/office/powerpoint/2010/main" val="434258160"/>
      </p:ext>
    </p:extLst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 descr="A screen shot of a computer program&#10;&#10;AI-generated content may be incorrect.">
            <a:extLst>
              <a:ext uri="{FF2B5EF4-FFF2-40B4-BE49-F238E27FC236}">
                <a16:creationId xmlns:a16="http://schemas.microsoft.com/office/drawing/2014/main" id="{3A7992B6-F251-751E-F556-95026952C6B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59286" y="759664"/>
            <a:ext cx="9073427" cy="6026279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285D9D1D-CF0E-444D-BF61-6E6E92619F56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838203" y="0"/>
            <a:ext cx="10515600" cy="759664"/>
          </a:xfrm>
        </p:spPr>
        <p:txBody>
          <a:bodyPr/>
          <a:lstStyle/>
          <a:p>
            <a:pPr lvl="0"/>
            <a:r>
              <a:rPr lang="nl-NL" dirty="0">
                <a:solidFill>
                  <a:srgbClr val="00FF00"/>
                </a:solidFill>
                <a:latin typeface="Courier New" pitchFamily="49"/>
                <a:cs typeface="Courier New" pitchFamily="49"/>
              </a:rPr>
              <a:t>Stub priority – example</a:t>
            </a:r>
          </a:p>
        </p:txBody>
      </p:sp>
      <p:sp>
        <p:nvSpPr>
          <p:cNvPr id="5" name="Ovaal 4">
            <a:extLst>
              <a:ext uri="{FF2B5EF4-FFF2-40B4-BE49-F238E27FC236}">
                <a16:creationId xmlns:a16="http://schemas.microsoft.com/office/drawing/2014/main" id="{7566FA77-F59C-4D49-A5D1-5342A333AA34}"/>
              </a:ext>
            </a:extLst>
          </p:cNvPr>
          <p:cNvSpPr/>
          <p:nvPr/>
        </p:nvSpPr>
        <p:spPr>
          <a:xfrm>
            <a:off x="2777312" y="1610573"/>
            <a:ext cx="2660534" cy="406401"/>
          </a:xfrm>
          <a:prstGeom prst="ellipse">
            <a:avLst/>
          </a:prstGeom>
          <a:noFill/>
          <a:ln w="38100">
            <a:solidFill>
              <a:srgbClr val="00FF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NL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6" name="Tekstvak 5">
            <a:extLst>
              <a:ext uri="{FF2B5EF4-FFF2-40B4-BE49-F238E27FC236}">
                <a16:creationId xmlns:a16="http://schemas.microsoft.com/office/drawing/2014/main" id="{66B06C55-4104-46D9-A3E8-AA130927BFDA}"/>
              </a:ext>
            </a:extLst>
          </p:cNvPr>
          <p:cNvSpPr txBox="1"/>
          <p:nvPr/>
        </p:nvSpPr>
        <p:spPr>
          <a:xfrm>
            <a:off x="5539316" y="1693808"/>
            <a:ext cx="6040388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 err="1">
                <a:ln>
                  <a:noFill/>
                </a:ln>
                <a:solidFill>
                  <a:srgbClr val="00FF00"/>
                </a:solidFill>
                <a:effectLst/>
                <a:uLnTx/>
                <a:uFillTx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WireMock</a:t>
            </a: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FF00"/>
                </a:solidFill>
                <a:effectLst/>
                <a:uLnTx/>
                <a:uFillTx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 will match the incoming request with this stub</a:t>
            </a:r>
            <a:r>
              <a:rPr kumimoji="0" lang="en-US" sz="1800" b="0" i="0" u="none" strike="noStrike" kern="1200" cap="none" spc="0" normalizeH="0" noProof="0" dirty="0">
                <a:ln>
                  <a:noFill/>
                </a:ln>
                <a:solidFill>
                  <a:srgbClr val="00FF00"/>
                </a:solidFill>
                <a:effectLst/>
                <a:uLnTx/>
                <a:uFillTx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 definition first…</a:t>
            </a:r>
            <a:endParaRPr kumimoji="0" lang="en-NL" sz="1800" b="0" i="0" u="none" strike="noStrike" kern="1200" cap="none" spc="0" normalizeH="0" baseline="0" noProof="0" dirty="0">
              <a:ln>
                <a:noFill/>
              </a:ln>
              <a:solidFill>
                <a:srgbClr val="00FF00"/>
              </a:solidFill>
              <a:effectLst/>
              <a:uLnTx/>
              <a:uFillTx/>
              <a:latin typeface="Courier New" panose="02070309020205020404" pitchFamily="49" charset="0"/>
              <a:ea typeface="+mn-ea"/>
              <a:cs typeface="Courier New" panose="02070309020205020404" pitchFamily="49" charset="0"/>
            </a:endParaRPr>
          </a:p>
        </p:txBody>
      </p:sp>
      <p:sp>
        <p:nvSpPr>
          <p:cNvPr id="8" name="Ovaal 4">
            <a:extLst>
              <a:ext uri="{FF2B5EF4-FFF2-40B4-BE49-F238E27FC236}">
                <a16:creationId xmlns:a16="http://schemas.microsoft.com/office/drawing/2014/main" id="{28B053E1-A962-3039-A0DD-C46272734CF9}"/>
              </a:ext>
            </a:extLst>
          </p:cNvPr>
          <p:cNvSpPr/>
          <p:nvPr/>
        </p:nvSpPr>
        <p:spPr>
          <a:xfrm>
            <a:off x="2855067" y="4310230"/>
            <a:ext cx="2660534" cy="406401"/>
          </a:xfrm>
          <a:prstGeom prst="ellipse">
            <a:avLst/>
          </a:prstGeom>
          <a:noFill/>
          <a:ln w="38100">
            <a:solidFill>
              <a:srgbClr val="00FF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NL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9" name="Tekstvak 5">
            <a:extLst>
              <a:ext uri="{FF2B5EF4-FFF2-40B4-BE49-F238E27FC236}">
                <a16:creationId xmlns:a16="http://schemas.microsoft.com/office/drawing/2014/main" id="{E1E75A52-7151-3630-483A-CD68EC964A28}"/>
              </a:ext>
            </a:extLst>
          </p:cNvPr>
          <p:cNvSpPr txBox="1"/>
          <p:nvPr/>
        </p:nvSpPr>
        <p:spPr>
          <a:xfrm>
            <a:off x="5617071" y="4393465"/>
            <a:ext cx="6040388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FF00"/>
                </a:solidFill>
                <a:effectLst/>
                <a:uLnTx/>
                <a:uFillTx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… before moving on to matching it against this stub definition</a:t>
            </a:r>
            <a:endParaRPr kumimoji="0" lang="en-NL" sz="1800" b="0" i="0" u="none" strike="noStrike" kern="1200" cap="none" spc="0" normalizeH="0" baseline="0" noProof="0" dirty="0">
              <a:ln>
                <a:noFill/>
              </a:ln>
              <a:solidFill>
                <a:srgbClr val="00FF00"/>
              </a:solidFill>
              <a:effectLst/>
              <a:uLnTx/>
              <a:uFillTx/>
              <a:latin typeface="Courier New" panose="02070309020205020404" pitchFamily="49" charset="0"/>
              <a:ea typeface="+mn-ea"/>
              <a:cs typeface="Courier New" panose="020703090202050204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72196074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  <p:bldP spid="6" grpId="0"/>
      <p:bldP spid="8" grpId="0" animBg="1"/>
      <p:bldP spid="9" grpId="0"/>
    </p:bldLst>
  </p:timing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0000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7C9B3F20-29F1-3714-3820-9FE1CEEB485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E93AE6B-AE68-B479-A006-4FD5C65A514F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838200" y="111129"/>
            <a:ext cx="10515600" cy="721991"/>
          </a:xfrm>
        </p:spPr>
        <p:txBody>
          <a:bodyPr/>
          <a:lstStyle/>
          <a:p>
            <a:pPr lvl="0"/>
            <a:r>
              <a:rPr lang="nl-NL">
                <a:solidFill>
                  <a:srgbClr val="00FF00"/>
                </a:solidFill>
                <a:latin typeface="Courier New" pitchFamily="49"/>
                <a:cs typeface="Courier New" pitchFamily="49"/>
              </a:rPr>
              <a:t>Now it’s your turn!</a:t>
            </a:r>
            <a:endParaRPr lang="nl-NL" dirty="0">
              <a:solidFill>
                <a:srgbClr val="00FF00"/>
              </a:solidFill>
              <a:latin typeface="Courier New" pitchFamily="49"/>
              <a:cs typeface="Courier New" pitchFamily="49"/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187EA38-A91D-EE48-7059-568A6D1B7455}"/>
              </a:ext>
            </a:extLst>
          </p:cNvPr>
          <p:cNvSpPr txBox="1">
            <a:spLocks noGrp="1"/>
          </p:cNvSpPr>
          <p:nvPr>
            <p:ph idx="1"/>
          </p:nvPr>
        </p:nvSpPr>
        <p:spPr>
          <a:xfrm>
            <a:off x="838200" y="1307466"/>
            <a:ext cx="10977877" cy="5032373"/>
          </a:xfrm>
        </p:spPr>
        <p:txBody>
          <a:bodyPr>
            <a:normAutofit fontScale="92500"/>
          </a:bodyPr>
          <a:lstStyle/>
          <a:p>
            <a:pPr lvl="0">
              <a:buFont typeface="Courier New" pitchFamily="49"/>
              <a:buChar char="_"/>
            </a:pPr>
            <a:r>
              <a:rPr lang="nl-NL" dirty="0">
                <a:solidFill>
                  <a:srgbClr val="00FF00"/>
                </a:solidFill>
                <a:latin typeface="Courier New" pitchFamily="49"/>
                <a:cs typeface="Courier New" pitchFamily="49"/>
              </a:rPr>
              <a:t>exercises &gt; WireMockExercises6Test.java</a:t>
            </a:r>
          </a:p>
          <a:p>
            <a:pPr lvl="0">
              <a:buFont typeface="Courier New" pitchFamily="49"/>
              <a:buChar char="_"/>
            </a:pPr>
            <a:endParaRPr lang="nl-NL" dirty="0">
              <a:solidFill>
                <a:srgbClr val="00FF00"/>
              </a:solidFill>
              <a:latin typeface="Courier New" pitchFamily="49"/>
              <a:cs typeface="Courier New" pitchFamily="49"/>
            </a:endParaRPr>
          </a:p>
          <a:p>
            <a:pPr lvl="0">
              <a:buFont typeface="Courier New" pitchFamily="49"/>
              <a:buChar char="_"/>
            </a:pPr>
            <a:r>
              <a:rPr lang="nl-NL" dirty="0">
                <a:solidFill>
                  <a:srgbClr val="00FF00"/>
                </a:solidFill>
                <a:latin typeface="Courier New" pitchFamily="49"/>
                <a:cs typeface="Courier New" pitchFamily="49"/>
              </a:rPr>
              <a:t>Define two stub definitions and assign the required priority to both of them</a:t>
            </a:r>
          </a:p>
          <a:p>
            <a:pPr lvl="0">
              <a:buFont typeface="Courier New" pitchFamily="49"/>
              <a:buChar char="_"/>
            </a:pPr>
            <a:endParaRPr lang="nl-NL" dirty="0">
              <a:solidFill>
                <a:srgbClr val="00FF00"/>
              </a:solidFill>
              <a:latin typeface="Courier New" pitchFamily="49"/>
              <a:cs typeface="Courier New" pitchFamily="49"/>
            </a:endParaRPr>
          </a:p>
          <a:p>
            <a:pPr lvl="0">
              <a:buFont typeface="Courier New" pitchFamily="49"/>
              <a:buChar char="_"/>
            </a:pPr>
            <a:r>
              <a:rPr lang="nl-NL" dirty="0">
                <a:solidFill>
                  <a:srgbClr val="00FF00"/>
                </a:solidFill>
                <a:latin typeface="Courier New" pitchFamily="49"/>
                <a:cs typeface="Courier New" pitchFamily="49"/>
              </a:rPr>
              <a:t>Verify your solution by running the tests</a:t>
            </a:r>
          </a:p>
          <a:p>
            <a:pPr lvl="0">
              <a:buFont typeface="Courier New" pitchFamily="49"/>
              <a:buChar char="_"/>
            </a:pPr>
            <a:endParaRPr lang="nl-NL" dirty="0">
              <a:solidFill>
                <a:srgbClr val="00FF00"/>
              </a:solidFill>
              <a:latin typeface="Courier New" pitchFamily="49"/>
              <a:cs typeface="Courier New" pitchFamily="49"/>
            </a:endParaRPr>
          </a:p>
          <a:p>
            <a:pPr lvl="0">
              <a:buFont typeface="Courier New" pitchFamily="49"/>
              <a:buChar char="_"/>
            </a:pPr>
            <a:r>
              <a:rPr lang="nl-NL" dirty="0">
                <a:solidFill>
                  <a:srgbClr val="00FF00"/>
                </a:solidFill>
                <a:latin typeface="Courier New" pitchFamily="49"/>
                <a:cs typeface="Courier New" pitchFamily="49"/>
              </a:rPr>
              <a:t>Answers are in answers &gt; WireMockAnswers6Test.java</a:t>
            </a:r>
          </a:p>
          <a:p>
            <a:pPr lvl="0">
              <a:buFont typeface="Courier New" pitchFamily="49"/>
              <a:buChar char="_"/>
            </a:pPr>
            <a:endParaRPr lang="nl-NL" dirty="0">
              <a:solidFill>
                <a:srgbClr val="00FF00"/>
              </a:solidFill>
              <a:latin typeface="Courier New" pitchFamily="49"/>
              <a:cs typeface="Courier New" pitchFamily="49"/>
            </a:endParaRPr>
          </a:p>
          <a:p>
            <a:pPr lvl="0">
              <a:buFont typeface="Courier New" pitchFamily="49"/>
              <a:buChar char="_"/>
            </a:pPr>
            <a:r>
              <a:rPr lang="nl-NL" dirty="0">
                <a:solidFill>
                  <a:srgbClr val="00FF00"/>
                </a:solidFill>
                <a:latin typeface="Courier New" pitchFamily="49"/>
                <a:cs typeface="Courier New" pitchFamily="49"/>
              </a:rPr>
              <a:t>Examples are in examples &gt; WireMockExamples6Test.java</a:t>
            </a:r>
          </a:p>
          <a:p>
            <a:pPr lvl="0">
              <a:buFont typeface="Courier New" pitchFamily="49"/>
              <a:buChar char="_"/>
            </a:pPr>
            <a:endParaRPr lang="nl-NL" dirty="0">
              <a:solidFill>
                <a:srgbClr val="00FF00"/>
              </a:solidFill>
              <a:latin typeface="Courier New" pitchFamily="49"/>
              <a:cs typeface="Courier New" pitchFamily="49"/>
            </a:endParaRPr>
          </a:p>
          <a:p>
            <a:pPr lvl="0">
              <a:buFont typeface="Courier New" pitchFamily="49"/>
              <a:buChar char="_"/>
            </a:pPr>
            <a:endParaRPr lang="nl-NL" dirty="0">
              <a:solidFill>
                <a:srgbClr val="00FF00"/>
              </a:solidFill>
              <a:latin typeface="Courier New" pitchFamily="49"/>
              <a:cs typeface="Courier New" pitchFamily="49"/>
            </a:endParaRPr>
          </a:p>
          <a:p>
            <a:pPr lvl="0">
              <a:buFont typeface="Courier New" pitchFamily="49"/>
              <a:buChar char="_"/>
            </a:pPr>
            <a:endParaRPr lang="nl-NL" dirty="0">
              <a:solidFill>
                <a:srgbClr val="00FF00"/>
              </a:solidFill>
              <a:latin typeface="Courier New" pitchFamily="49"/>
              <a:cs typeface="Courier New" pitchFamily="49"/>
            </a:endParaRPr>
          </a:p>
          <a:p>
            <a:pPr lvl="0">
              <a:buFont typeface="Courier New" pitchFamily="49"/>
              <a:buChar char="_"/>
            </a:pPr>
            <a:endParaRPr lang="nl-NL" dirty="0">
              <a:solidFill>
                <a:srgbClr val="00FF00"/>
              </a:solidFill>
              <a:latin typeface="Courier New" pitchFamily="49"/>
              <a:cs typeface="Courier New" pitchFamily="49"/>
            </a:endParaRPr>
          </a:p>
          <a:p>
            <a:pPr lvl="0">
              <a:buFont typeface="Courier New" pitchFamily="49"/>
              <a:buChar char="_"/>
            </a:pPr>
            <a:endParaRPr lang="nl-NL" dirty="0">
              <a:solidFill>
                <a:srgbClr val="00FF00"/>
              </a:solidFill>
              <a:latin typeface="Courier New" pitchFamily="49"/>
              <a:cs typeface="Courier New" pitchFamily="49"/>
            </a:endParaRPr>
          </a:p>
        </p:txBody>
      </p:sp>
    </p:spTree>
    <p:extLst>
      <p:ext uri="{BB962C8B-B14F-4D97-AF65-F5344CB8AC3E}">
        <p14:creationId xmlns:p14="http://schemas.microsoft.com/office/powerpoint/2010/main" val="388363167"/>
      </p:ext>
    </p:extLst>
  </p:cSld>
  <p:clrMapOvr>
    <a:masterClrMapping/>
  </p:clrMapOvr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" y="2267636"/>
            <a:ext cx="12191998" cy="2369662"/>
          </a:xfrm>
        </p:spPr>
        <p:txBody>
          <a:bodyPr>
            <a:noAutofit/>
          </a:bodyPr>
          <a:lstStyle/>
          <a:p>
            <a:pPr algn="ctr"/>
            <a:r>
              <a:rPr lang="nl-NL" sz="6500" dirty="0">
                <a:solidFill>
                  <a:srgbClr val="00FF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Section 7:</a:t>
            </a:r>
            <a:br>
              <a:rPr lang="nl-NL" sz="6500" dirty="0">
                <a:solidFill>
                  <a:srgbClr val="00FF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br>
              <a:rPr lang="nl-NL" sz="6500" dirty="0">
                <a:solidFill>
                  <a:srgbClr val="00FF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nl-NL" sz="6500" dirty="0">
                <a:solidFill>
                  <a:srgbClr val="00FF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Extending WireMock</a:t>
            </a:r>
          </a:p>
        </p:txBody>
      </p:sp>
    </p:spTree>
    <p:extLst>
      <p:ext uri="{BB962C8B-B14F-4D97-AF65-F5344CB8AC3E}">
        <p14:creationId xmlns:p14="http://schemas.microsoft.com/office/powerpoint/2010/main" val="938209673"/>
      </p:ext>
    </p:extLst>
  </p:cSld>
  <p:clrMapOvr>
    <a:masterClrMapping/>
  </p:clrMapOvr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0000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E7EEC796-5F09-BFEC-D17E-1DA53F8C7A0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83E46CA-B5DB-46C5-BA28-7475952B1E52}"/>
              </a:ext>
            </a:extLst>
          </p:cNvPr>
          <p:cNvSpPr txBox="1">
            <a:spLocks noGrp="1"/>
          </p:cNvSpPr>
          <p:nvPr>
            <p:ph type="title"/>
          </p:nvPr>
        </p:nvSpPr>
        <p:spPr/>
        <p:txBody>
          <a:bodyPr/>
          <a:lstStyle/>
          <a:p>
            <a:pPr lvl="0"/>
            <a:r>
              <a:rPr lang="nl-NL">
                <a:solidFill>
                  <a:srgbClr val="00FF00"/>
                </a:solidFill>
                <a:latin typeface="Courier New" pitchFamily="49"/>
                <a:cs typeface="Courier New" pitchFamily="49"/>
              </a:rPr>
              <a:t>Extending WireMock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CFD8DE3-F644-00A2-8C43-D48549CAEAFF}"/>
              </a:ext>
            </a:extLst>
          </p:cNvPr>
          <p:cNvSpPr txBox="1"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lvl="0">
              <a:buFont typeface="Courier New" pitchFamily="49"/>
              <a:buChar char="_"/>
            </a:pPr>
            <a:r>
              <a:rPr lang="nl-NL">
                <a:solidFill>
                  <a:srgbClr val="00FF00"/>
                </a:solidFill>
                <a:latin typeface="Courier New" pitchFamily="49"/>
                <a:cs typeface="Courier New" pitchFamily="49"/>
              </a:rPr>
              <a:t>In some cases, the default WireMock feature set might not fit your needs</a:t>
            </a:r>
            <a:endParaRPr lang="nl-NL" dirty="0">
              <a:solidFill>
                <a:srgbClr val="00FF00"/>
              </a:solidFill>
              <a:latin typeface="Courier New" pitchFamily="49"/>
              <a:cs typeface="Courier New" pitchFamily="49"/>
            </a:endParaRPr>
          </a:p>
          <a:p>
            <a:pPr lvl="0">
              <a:buFont typeface="Courier New" pitchFamily="49"/>
              <a:buChar char="_"/>
            </a:pPr>
            <a:endParaRPr lang="nl-NL" dirty="0">
              <a:solidFill>
                <a:srgbClr val="00FF00"/>
              </a:solidFill>
              <a:latin typeface="Courier New" pitchFamily="49"/>
              <a:cs typeface="Courier New" pitchFamily="49"/>
            </a:endParaRPr>
          </a:p>
          <a:p>
            <a:pPr lvl="0">
              <a:buFont typeface="Courier New" pitchFamily="49"/>
              <a:buChar char="_"/>
            </a:pPr>
            <a:r>
              <a:rPr lang="nl-NL">
                <a:solidFill>
                  <a:srgbClr val="00FF00"/>
                </a:solidFill>
                <a:latin typeface="Courier New" pitchFamily="49"/>
                <a:cs typeface="Courier New" pitchFamily="49"/>
              </a:rPr>
              <a:t>WireMock is open to extensions</a:t>
            </a:r>
          </a:p>
          <a:p>
            <a:pPr lvl="0">
              <a:buFont typeface="Courier New" pitchFamily="49"/>
              <a:buChar char="_"/>
            </a:pPr>
            <a:endParaRPr lang="nl-NL">
              <a:solidFill>
                <a:srgbClr val="00FF00"/>
              </a:solidFill>
              <a:latin typeface="Courier New" pitchFamily="49"/>
              <a:cs typeface="Courier New" pitchFamily="49"/>
            </a:endParaRPr>
          </a:p>
          <a:p>
            <a:pPr lvl="0">
              <a:buFont typeface="Courier New" pitchFamily="49"/>
              <a:buChar char="_"/>
            </a:pPr>
            <a:r>
              <a:rPr lang="nl-NL">
                <a:solidFill>
                  <a:srgbClr val="00FF00"/>
                </a:solidFill>
                <a:latin typeface="Courier New" pitchFamily="49"/>
                <a:cs typeface="Courier New" pitchFamily="49"/>
              </a:rPr>
              <a:t>Allows you to create even more powerful stubs</a:t>
            </a:r>
          </a:p>
          <a:p>
            <a:pPr lvl="0">
              <a:buFont typeface="Courier New" pitchFamily="49"/>
              <a:buChar char="_"/>
            </a:pPr>
            <a:endParaRPr lang="nl-NL">
              <a:solidFill>
                <a:srgbClr val="00FF00"/>
              </a:solidFill>
              <a:latin typeface="Courier New" pitchFamily="49"/>
              <a:cs typeface="Courier New" pitchFamily="49"/>
            </a:endParaRPr>
          </a:p>
          <a:p>
            <a:pPr lvl="0">
              <a:buFont typeface="Courier New" pitchFamily="49"/>
              <a:buChar char="_"/>
            </a:pPr>
            <a:r>
              <a:rPr lang="nl-NL">
                <a:solidFill>
                  <a:srgbClr val="00FF00"/>
                </a:solidFill>
                <a:latin typeface="Courier New" pitchFamily="49"/>
                <a:cs typeface="Courier New" pitchFamily="49"/>
              </a:rPr>
              <a:t>Several options available</a:t>
            </a:r>
            <a:endParaRPr lang="nl-NL" dirty="0">
              <a:solidFill>
                <a:srgbClr val="00FF00"/>
              </a:solidFill>
              <a:latin typeface="Courier New" pitchFamily="49"/>
              <a:cs typeface="Courier New" pitchFamily="49"/>
            </a:endParaRPr>
          </a:p>
          <a:p>
            <a:pPr lvl="0">
              <a:buFont typeface="Courier New" pitchFamily="49"/>
              <a:buChar char="_"/>
            </a:pPr>
            <a:endParaRPr lang="nl-NL" dirty="0">
              <a:solidFill>
                <a:srgbClr val="00FF00"/>
              </a:solidFill>
              <a:latin typeface="Courier New" pitchFamily="49"/>
              <a:cs typeface="Courier New" pitchFamily="49"/>
            </a:endParaRPr>
          </a:p>
          <a:p>
            <a:pPr lvl="0">
              <a:buFont typeface="Courier New" pitchFamily="49"/>
              <a:buChar char="_"/>
            </a:pPr>
            <a:endParaRPr lang="nl-NL" dirty="0">
              <a:solidFill>
                <a:srgbClr val="00FF00"/>
              </a:solidFill>
              <a:latin typeface="Courier New" pitchFamily="49"/>
              <a:cs typeface="Courier New" pitchFamily="49"/>
            </a:endParaRPr>
          </a:p>
          <a:p>
            <a:pPr lvl="0">
              <a:buFont typeface="Courier New" pitchFamily="49"/>
              <a:buChar char="_"/>
            </a:pPr>
            <a:endParaRPr lang="nl-NL" dirty="0">
              <a:solidFill>
                <a:srgbClr val="00FF00"/>
              </a:solidFill>
              <a:latin typeface="Courier New" pitchFamily="49"/>
              <a:cs typeface="Courier New" pitchFamily="49"/>
            </a:endParaRPr>
          </a:p>
          <a:p>
            <a:pPr lvl="0">
              <a:buFont typeface="Courier New" pitchFamily="49"/>
              <a:buChar char="_"/>
            </a:pPr>
            <a:endParaRPr lang="nl-NL" dirty="0">
              <a:solidFill>
                <a:srgbClr val="00FF00"/>
              </a:solidFill>
              <a:latin typeface="Courier New" pitchFamily="49"/>
              <a:cs typeface="Courier New" pitchFamily="49"/>
            </a:endParaRPr>
          </a:p>
          <a:p>
            <a:pPr lvl="0">
              <a:buFont typeface="Courier New" pitchFamily="49"/>
              <a:buChar char="_"/>
            </a:pPr>
            <a:endParaRPr lang="nl-NL" dirty="0">
              <a:solidFill>
                <a:srgbClr val="00FF00"/>
              </a:solidFill>
              <a:latin typeface="Courier New" pitchFamily="49"/>
              <a:cs typeface="Courier New" pitchFamily="49"/>
            </a:endParaRPr>
          </a:p>
        </p:txBody>
      </p:sp>
    </p:spTree>
    <p:extLst>
      <p:ext uri="{BB962C8B-B14F-4D97-AF65-F5344CB8AC3E}">
        <p14:creationId xmlns:p14="http://schemas.microsoft.com/office/powerpoint/2010/main" val="3950363768"/>
      </p:ext>
    </p:extLst>
  </p:cSld>
  <p:clrMapOvr>
    <a:masterClrMapping/>
  </p:clrMapOvr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" y="2267636"/>
            <a:ext cx="12191998" cy="2369662"/>
          </a:xfrm>
        </p:spPr>
        <p:txBody>
          <a:bodyPr>
            <a:noAutofit/>
          </a:bodyPr>
          <a:lstStyle/>
          <a:p>
            <a:pPr algn="ctr"/>
            <a:r>
              <a:rPr lang="nl-NL" sz="6500" dirty="0">
                <a:solidFill>
                  <a:srgbClr val="00FF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Section 7.1:</a:t>
            </a:r>
            <a:br>
              <a:rPr lang="nl-NL" sz="6500" dirty="0">
                <a:solidFill>
                  <a:srgbClr val="00FF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br>
              <a:rPr lang="nl-NL" sz="6500" dirty="0">
                <a:solidFill>
                  <a:srgbClr val="00FF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nl-NL" sz="6500" dirty="0">
                <a:solidFill>
                  <a:srgbClr val="00FF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Filtering incoming requests</a:t>
            </a:r>
          </a:p>
        </p:txBody>
      </p:sp>
    </p:spTree>
    <p:extLst>
      <p:ext uri="{BB962C8B-B14F-4D97-AF65-F5344CB8AC3E}">
        <p14:creationId xmlns:p14="http://schemas.microsoft.com/office/powerpoint/2010/main" val="2872314941"/>
      </p:ext>
    </p:extLst>
  </p:cSld>
  <p:clrMapOvr>
    <a:masterClrMapping/>
  </p:clrMapOvr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85D9D1D-CF0E-444D-BF61-6E6E92619F56}"/>
              </a:ext>
            </a:extLst>
          </p:cNvPr>
          <p:cNvSpPr txBox="1">
            <a:spLocks noGrp="1"/>
          </p:cNvSpPr>
          <p:nvPr>
            <p:ph type="title"/>
          </p:nvPr>
        </p:nvSpPr>
        <p:spPr/>
        <p:txBody>
          <a:bodyPr/>
          <a:lstStyle/>
          <a:p>
            <a:pPr lvl="0"/>
            <a:r>
              <a:rPr lang="nl-NL">
                <a:solidFill>
                  <a:srgbClr val="00FF00"/>
                </a:solidFill>
                <a:latin typeface="Courier New" pitchFamily="49"/>
                <a:cs typeface="Courier New" pitchFamily="49"/>
              </a:rPr>
              <a:t>Request filtering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287466E-59AE-4FAE-B4E2-27D0E0D7A69F}"/>
              </a:ext>
            </a:extLst>
          </p:cNvPr>
          <p:cNvSpPr txBox="1">
            <a:spLocks noGrp="1"/>
          </p:cNvSpPr>
          <p:nvPr>
            <p:ph idx="1"/>
          </p:nvPr>
        </p:nvSpPr>
        <p:spPr>
          <a:xfrm>
            <a:off x="838202" y="1825627"/>
            <a:ext cx="11048997" cy="4351336"/>
          </a:xfrm>
        </p:spPr>
        <p:txBody>
          <a:bodyPr>
            <a:normAutofit/>
          </a:bodyPr>
          <a:lstStyle/>
          <a:p>
            <a:pPr lvl="0">
              <a:buFont typeface="Courier New" pitchFamily="49"/>
              <a:buChar char="_"/>
            </a:pPr>
            <a:r>
              <a:rPr lang="nl-NL">
                <a:solidFill>
                  <a:srgbClr val="00FF00"/>
                </a:solidFill>
                <a:latin typeface="Courier New" pitchFamily="49"/>
                <a:cs typeface="Courier New" pitchFamily="49"/>
              </a:rPr>
              <a:t>Modify incoming requests (or halt processing)</a:t>
            </a:r>
            <a:endParaRPr lang="nl-NL" dirty="0">
              <a:solidFill>
                <a:srgbClr val="00FF00"/>
              </a:solidFill>
              <a:latin typeface="Courier New" pitchFamily="49"/>
              <a:cs typeface="Courier New" pitchFamily="49"/>
            </a:endParaRPr>
          </a:p>
          <a:p>
            <a:pPr lvl="0">
              <a:buFont typeface="Courier New" pitchFamily="49"/>
              <a:buChar char="_"/>
            </a:pPr>
            <a:endParaRPr lang="nl-NL">
              <a:solidFill>
                <a:srgbClr val="00FF00"/>
              </a:solidFill>
              <a:latin typeface="Courier New" pitchFamily="49"/>
              <a:cs typeface="Courier New" pitchFamily="49"/>
            </a:endParaRPr>
          </a:p>
          <a:p>
            <a:pPr lvl="0">
              <a:buFont typeface="Courier New" pitchFamily="49"/>
              <a:buChar char="_"/>
            </a:pPr>
            <a:r>
              <a:rPr lang="nl-NL">
                <a:solidFill>
                  <a:srgbClr val="00FF00"/>
                </a:solidFill>
                <a:latin typeface="Courier New" pitchFamily="49"/>
                <a:cs typeface="Courier New" pitchFamily="49"/>
              </a:rPr>
              <a:t>This has a variety of use cases:</a:t>
            </a:r>
          </a:p>
          <a:p>
            <a:pPr lvl="1">
              <a:buFont typeface="Courier New" pitchFamily="49"/>
              <a:buChar char="_"/>
            </a:pPr>
            <a:r>
              <a:rPr lang="nl-NL">
                <a:solidFill>
                  <a:srgbClr val="00FF00"/>
                </a:solidFill>
                <a:latin typeface="Courier New" pitchFamily="49"/>
                <a:cs typeface="Courier New" pitchFamily="49"/>
              </a:rPr>
              <a:t>Checking authentication details</a:t>
            </a:r>
          </a:p>
          <a:p>
            <a:pPr lvl="1">
              <a:buFont typeface="Courier New" pitchFamily="49"/>
              <a:buChar char="_"/>
            </a:pPr>
            <a:r>
              <a:rPr lang="nl-NL">
                <a:solidFill>
                  <a:srgbClr val="00FF00"/>
                </a:solidFill>
                <a:latin typeface="Courier New" pitchFamily="49"/>
                <a:cs typeface="Courier New" pitchFamily="49"/>
              </a:rPr>
              <a:t>Request header injection</a:t>
            </a:r>
          </a:p>
          <a:p>
            <a:pPr lvl="1">
              <a:buFont typeface="Courier New" pitchFamily="49"/>
              <a:buChar char="_"/>
            </a:pPr>
            <a:r>
              <a:rPr lang="nl-NL">
                <a:solidFill>
                  <a:srgbClr val="00FF00"/>
                </a:solidFill>
                <a:latin typeface="Courier New" pitchFamily="49"/>
                <a:cs typeface="Courier New" pitchFamily="49"/>
              </a:rPr>
              <a:t>URL rewriting</a:t>
            </a:r>
          </a:p>
          <a:p>
            <a:pPr>
              <a:buFont typeface="Courier New" pitchFamily="49"/>
              <a:buChar char="_"/>
            </a:pPr>
            <a:endParaRPr lang="nl-NL">
              <a:solidFill>
                <a:srgbClr val="00FF00"/>
              </a:solidFill>
              <a:latin typeface="Courier New" pitchFamily="49"/>
              <a:cs typeface="Courier New" pitchFamily="49"/>
            </a:endParaRPr>
          </a:p>
          <a:p>
            <a:pPr>
              <a:buFont typeface="Courier New" pitchFamily="49"/>
              <a:buChar char="_"/>
            </a:pPr>
            <a:r>
              <a:rPr lang="nl-NL">
                <a:solidFill>
                  <a:srgbClr val="00FF00"/>
                </a:solidFill>
                <a:latin typeface="Courier New" pitchFamily="49"/>
                <a:cs typeface="Courier New" pitchFamily="49"/>
              </a:rPr>
              <a:t>Created by implementing the </a:t>
            </a:r>
            <a:r>
              <a:rPr lang="nl-NL" i="1">
                <a:solidFill>
                  <a:srgbClr val="00FF00"/>
                </a:solidFill>
                <a:latin typeface="Courier New" pitchFamily="49"/>
                <a:cs typeface="Courier New" pitchFamily="49"/>
              </a:rPr>
              <a:t>StubRequestFilterV2</a:t>
            </a:r>
            <a:r>
              <a:rPr lang="nl-NL">
                <a:solidFill>
                  <a:srgbClr val="00FF00"/>
                </a:solidFill>
                <a:latin typeface="Courier New" pitchFamily="49"/>
                <a:cs typeface="Courier New" pitchFamily="49"/>
              </a:rPr>
              <a:t> interface</a:t>
            </a:r>
            <a:endParaRPr lang="nl-NL" dirty="0">
              <a:solidFill>
                <a:srgbClr val="00FF00"/>
              </a:solidFill>
              <a:latin typeface="Courier New" pitchFamily="49"/>
              <a:cs typeface="Courier New" pitchFamily="49"/>
            </a:endParaRPr>
          </a:p>
          <a:p>
            <a:pPr lvl="0">
              <a:buFont typeface="Courier New" pitchFamily="49"/>
              <a:buChar char="_"/>
            </a:pPr>
            <a:endParaRPr lang="nl-NL" dirty="0">
              <a:solidFill>
                <a:srgbClr val="00FF00"/>
              </a:solidFill>
              <a:latin typeface="Courier New" pitchFamily="49"/>
              <a:cs typeface="Courier New" pitchFamily="49"/>
            </a:endParaRPr>
          </a:p>
          <a:p>
            <a:pPr lvl="0">
              <a:buFont typeface="Courier New" pitchFamily="49"/>
              <a:buChar char="_"/>
            </a:pPr>
            <a:endParaRPr lang="nl-NL" dirty="0">
              <a:solidFill>
                <a:srgbClr val="00FF00"/>
              </a:solidFill>
              <a:latin typeface="Courier New" pitchFamily="49"/>
              <a:cs typeface="Courier New" pitchFamily="49"/>
            </a:endParaRPr>
          </a:p>
          <a:p>
            <a:pPr lvl="0">
              <a:buFont typeface="Courier New" pitchFamily="49"/>
              <a:buChar char="_"/>
            </a:pPr>
            <a:endParaRPr lang="nl-NL" dirty="0">
              <a:solidFill>
                <a:srgbClr val="00FF00"/>
              </a:solidFill>
              <a:latin typeface="Courier New" pitchFamily="49"/>
              <a:cs typeface="Courier New" pitchFamily="49"/>
            </a:endParaRPr>
          </a:p>
          <a:p>
            <a:pPr lvl="0">
              <a:buFont typeface="Courier New" pitchFamily="49"/>
              <a:buChar char="_"/>
            </a:pPr>
            <a:endParaRPr lang="nl-NL" dirty="0">
              <a:solidFill>
                <a:srgbClr val="00FF00"/>
              </a:solidFill>
              <a:latin typeface="Courier New" pitchFamily="49"/>
              <a:cs typeface="Courier New" pitchFamily="49"/>
            </a:endParaRPr>
          </a:p>
        </p:txBody>
      </p:sp>
    </p:spTree>
    <p:extLst>
      <p:ext uri="{BB962C8B-B14F-4D97-AF65-F5344CB8AC3E}">
        <p14:creationId xmlns:p14="http://schemas.microsoft.com/office/powerpoint/2010/main" val="1781819290"/>
      </p:ext>
    </p:extLst>
  </p:cSld>
  <p:clrMapOvr>
    <a:masterClrMapping/>
  </p:clrMapOvr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Afbeelding 6">
            <a:extLst>
              <a:ext uri="{FF2B5EF4-FFF2-40B4-BE49-F238E27FC236}">
                <a16:creationId xmlns:a16="http://schemas.microsoft.com/office/drawing/2014/main" id="{473699C2-2BFE-6560-37F2-BDF08CCF993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1407318"/>
            <a:ext cx="12189116" cy="4043363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285D9D1D-CF0E-444D-BF61-6E6E92619F56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838200" y="208642"/>
            <a:ext cx="10515600" cy="962769"/>
          </a:xfrm>
        </p:spPr>
        <p:txBody>
          <a:bodyPr/>
          <a:lstStyle/>
          <a:p>
            <a:pPr lvl="0"/>
            <a:r>
              <a:rPr lang="nl-NL">
                <a:solidFill>
                  <a:srgbClr val="00FF00"/>
                </a:solidFill>
                <a:latin typeface="Courier New" pitchFamily="49"/>
                <a:cs typeface="Courier New" pitchFamily="49"/>
              </a:rPr>
              <a:t>Request filtering – build</a:t>
            </a:r>
          </a:p>
        </p:txBody>
      </p:sp>
      <p:sp>
        <p:nvSpPr>
          <p:cNvPr id="4" name="Ovaal 3">
            <a:extLst>
              <a:ext uri="{FF2B5EF4-FFF2-40B4-BE49-F238E27FC236}">
                <a16:creationId xmlns:a16="http://schemas.microsoft.com/office/drawing/2014/main" id="{D65D5FCF-06E3-4DA5-8477-E88C5FED5455}"/>
              </a:ext>
            </a:extLst>
          </p:cNvPr>
          <p:cNvSpPr/>
          <p:nvPr/>
        </p:nvSpPr>
        <p:spPr>
          <a:xfrm>
            <a:off x="735011" y="2613689"/>
            <a:ext cx="6475413" cy="389098"/>
          </a:xfrm>
          <a:prstGeom prst="ellipse">
            <a:avLst/>
          </a:prstGeom>
          <a:noFill/>
          <a:ln w="38100">
            <a:solidFill>
              <a:srgbClr val="00FF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NL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5" name="Tekstvak 4">
            <a:extLst>
              <a:ext uri="{FF2B5EF4-FFF2-40B4-BE49-F238E27FC236}">
                <a16:creationId xmlns:a16="http://schemas.microsoft.com/office/drawing/2014/main" id="{4B1400DB-C5AD-425C-B840-42ECC92C85BB}"/>
              </a:ext>
            </a:extLst>
          </p:cNvPr>
          <p:cNvSpPr txBox="1"/>
          <p:nvPr/>
        </p:nvSpPr>
        <p:spPr>
          <a:xfrm>
            <a:off x="6451600" y="2343432"/>
            <a:ext cx="540512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srgbClr val="00FF00"/>
                </a:solidFill>
                <a:effectLst/>
                <a:uLnTx/>
                <a:uFillTx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If the HTTP verb used equals DELETE…</a:t>
            </a:r>
            <a:endParaRPr kumimoji="0" lang="en-NL" sz="1800" b="0" i="0" u="none" strike="noStrike" kern="1200" cap="none" spc="0" normalizeH="0" baseline="0" noProof="0">
              <a:ln>
                <a:noFill/>
              </a:ln>
              <a:solidFill>
                <a:srgbClr val="00FF00"/>
              </a:solidFill>
              <a:effectLst/>
              <a:uLnTx/>
              <a:uFillTx/>
              <a:latin typeface="Courier New" panose="02070309020205020404" pitchFamily="49" charset="0"/>
              <a:ea typeface="+mn-ea"/>
              <a:cs typeface="Courier New" panose="02070309020205020404" pitchFamily="49" charset="0"/>
            </a:endParaRPr>
          </a:p>
        </p:txBody>
      </p:sp>
      <p:sp>
        <p:nvSpPr>
          <p:cNvPr id="6" name="Ovaal 5">
            <a:extLst>
              <a:ext uri="{FF2B5EF4-FFF2-40B4-BE49-F238E27FC236}">
                <a16:creationId xmlns:a16="http://schemas.microsoft.com/office/drawing/2014/main" id="{6357B565-7376-4864-974F-158F94C63309}"/>
              </a:ext>
            </a:extLst>
          </p:cNvPr>
          <p:cNvSpPr/>
          <p:nvPr/>
        </p:nvSpPr>
        <p:spPr>
          <a:xfrm>
            <a:off x="4095749" y="3120495"/>
            <a:ext cx="1381125" cy="381427"/>
          </a:xfrm>
          <a:prstGeom prst="ellipse">
            <a:avLst/>
          </a:prstGeom>
          <a:noFill/>
          <a:ln w="38100">
            <a:solidFill>
              <a:srgbClr val="00FF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NL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8" name="Tekstvak 7">
            <a:extLst>
              <a:ext uri="{FF2B5EF4-FFF2-40B4-BE49-F238E27FC236}">
                <a16:creationId xmlns:a16="http://schemas.microsoft.com/office/drawing/2014/main" id="{E60A31D0-0906-464A-BA44-E319759795F8}"/>
              </a:ext>
            </a:extLst>
          </p:cNvPr>
          <p:cNvSpPr txBox="1"/>
          <p:nvPr/>
        </p:nvSpPr>
        <p:spPr>
          <a:xfrm>
            <a:off x="7210424" y="3427405"/>
            <a:ext cx="4060826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srgbClr val="00FF00"/>
                </a:solidFill>
                <a:effectLst/>
                <a:uLnTx/>
                <a:uFillTx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Return an HTTP 403 and stop processing the request</a:t>
            </a:r>
            <a:endParaRPr kumimoji="0" lang="en-NL" sz="1800" b="0" i="0" u="none" strike="noStrike" kern="1200" cap="none" spc="0" normalizeH="0" baseline="0" noProof="0">
              <a:ln>
                <a:noFill/>
              </a:ln>
              <a:solidFill>
                <a:srgbClr val="00FF00"/>
              </a:solidFill>
              <a:effectLst/>
              <a:uLnTx/>
              <a:uFillTx/>
              <a:latin typeface="Courier New" panose="02070309020205020404" pitchFamily="49" charset="0"/>
              <a:ea typeface="+mn-ea"/>
              <a:cs typeface="Courier New" panose="02070309020205020404" pitchFamily="49" charset="0"/>
            </a:endParaRPr>
          </a:p>
        </p:txBody>
      </p:sp>
      <p:sp>
        <p:nvSpPr>
          <p:cNvPr id="9" name="Ovaal 8">
            <a:extLst>
              <a:ext uri="{FF2B5EF4-FFF2-40B4-BE49-F238E27FC236}">
                <a16:creationId xmlns:a16="http://schemas.microsoft.com/office/drawing/2014/main" id="{7833D4ED-5286-413C-8C55-A09C1DF17CBB}"/>
              </a:ext>
            </a:extLst>
          </p:cNvPr>
          <p:cNvSpPr/>
          <p:nvPr/>
        </p:nvSpPr>
        <p:spPr>
          <a:xfrm>
            <a:off x="3714750" y="3867737"/>
            <a:ext cx="1552575" cy="389098"/>
          </a:xfrm>
          <a:prstGeom prst="ellipse">
            <a:avLst/>
          </a:prstGeom>
          <a:noFill/>
          <a:ln w="38100">
            <a:solidFill>
              <a:srgbClr val="00FF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NL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0" name="Tekstvak 9">
            <a:extLst>
              <a:ext uri="{FF2B5EF4-FFF2-40B4-BE49-F238E27FC236}">
                <a16:creationId xmlns:a16="http://schemas.microsoft.com/office/drawing/2014/main" id="{1538A166-ABC9-4178-A5EC-F3AFA2BFC35F}"/>
              </a:ext>
            </a:extLst>
          </p:cNvPr>
          <p:cNvSpPr txBox="1"/>
          <p:nvPr/>
        </p:nvSpPr>
        <p:spPr>
          <a:xfrm>
            <a:off x="4251324" y="4514855"/>
            <a:ext cx="5283201" cy="38142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srgbClr val="00FF00"/>
                </a:solidFill>
                <a:effectLst/>
                <a:uLnTx/>
                <a:uFillTx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Else continue processing the request</a:t>
            </a:r>
            <a:endParaRPr kumimoji="0" lang="en-NL" sz="1800" b="0" i="0" u="none" strike="noStrike" kern="1200" cap="none" spc="0" normalizeH="0" baseline="0" noProof="0">
              <a:ln>
                <a:noFill/>
              </a:ln>
              <a:solidFill>
                <a:srgbClr val="00FF00"/>
              </a:solidFill>
              <a:effectLst/>
              <a:uLnTx/>
              <a:uFillTx/>
              <a:latin typeface="Courier New" panose="02070309020205020404" pitchFamily="49" charset="0"/>
              <a:ea typeface="+mn-ea"/>
              <a:cs typeface="Courier New" panose="02070309020205020404" pitchFamily="49" charset="0"/>
            </a:endParaRPr>
          </a:p>
        </p:txBody>
      </p:sp>
      <p:sp>
        <p:nvSpPr>
          <p:cNvPr id="11" name="Ovaal 10">
            <a:extLst>
              <a:ext uri="{FF2B5EF4-FFF2-40B4-BE49-F238E27FC236}">
                <a16:creationId xmlns:a16="http://schemas.microsoft.com/office/drawing/2014/main" id="{076F4ADC-9151-42E5-9825-7161924AC129}"/>
              </a:ext>
            </a:extLst>
          </p:cNvPr>
          <p:cNvSpPr/>
          <p:nvPr/>
        </p:nvSpPr>
        <p:spPr>
          <a:xfrm>
            <a:off x="2941320" y="1352683"/>
            <a:ext cx="4030980" cy="404436"/>
          </a:xfrm>
          <a:prstGeom prst="ellipse">
            <a:avLst/>
          </a:prstGeom>
          <a:noFill/>
          <a:ln w="38100">
            <a:solidFill>
              <a:srgbClr val="00FF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NL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78103809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  <p:bldP spid="5" grpId="0"/>
      <p:bldP spid="6" grpId="0" animBg="1"/>
      <p:bldP spid="8" grpId="0"/>
      <p:bldP spid="9" grpId="0" animBg="1"/>
      <p:bldP spid="10" grpId="0"/>
      <p:bldP spid="11" grpId="0" animBg="1"/>
    </p:bldLst>
  </p:timing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0000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10053586-7B4E-FC61-AD67-3803EEA989C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Afbeelding 3">
            <a:extLst>
              <a:ext uri="{FF2B5EF4-FFF2-40B4-BE49-F238E27FC236}">
                <a16:creationId xmlns:a16="http://schemas.microsoft.com/office/drawing/2014/main" id="{FAB19B4E-C1F9-17D3-784D-083DB4878DF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76023" y="1690688"/>
            <a:ext cx="10439954" cy="2164715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330DFFF7-5CD0-B980-1321-D5E2510BFB97}"/>
              </a:ext>
            </a:extLst>
          </p:cNvPr>
          <p:cNvSpPr txBox="1">
            <a:spLocks noGrp="1"/>
          </p:cNvSpPr>
          <p:nvPr>
            <p:ph type="title"/>
          </p:nvPr>
        </p:nvSpPr>
        <p:spPr/>
        <p:txBody>
          <a:bodyPr/>
          <a:lstStyle/>
          <a:p>
            <a:pPr lvl="0"/>
            <a:r>
              <a:rPr lang="nl-NL">
                <a:solidFill>
                  <a:srgbClr val="00FF00"/>
                </a:solidFill>
                <a:latin typeface="Courier New" pitchFamily="49"/>
                <a:cs typeface="Courier New" pitchFamily="49"/>
              </a:rPr>
              <a:t>Request filtering – use</a:t>
            </a:r>
          </a:p>
        </p:txBody>
      </p:sp>
      <p:sp>
        <p:nvSpPr>
          <p:cNvPr id="5" name="Ovaal 4">
            <a:extLst>
              <a:ext uri="{FF2B5EF4-FFF2-40B4-BE49-F238E27FC236}">
                <a16:creationId xmlns:a16="http://schemas.microsoft.com/office/drawing/2014/main" id="{DA5BA356-3E47-6F63-6375-B3C51C315D90}"/>
              </a:ext>
            </a:extLst>
          </p:cNvPr>
          <p:cNvSpPr/>
          <p:nvPr/>
        </p:nvSpPr>
        <p:spPr>
          <a:xfrm>
            <a:off x="3105150" y="3067684"/>
            <a:ext cx="5676900" cy="406401"/>
          </a:xfrm>
          <a:prstGeom prst="ellipse">
            <a:avLst/>
          </a:prstGeom>
          <a:noFill/>
          <a:ln w="38100">
            <a:solidFill>
              <a:srgbClr val="00FF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NL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6" name="Tekstvak 5">
            <a:extLst>
              <a:ext uri="{FF2B5EF4-FFF2-40B4-BE49-F238E27FC236}">
                <a16:creationId xmlns:a16="http://schemas.microsoft.com/office/drawing/2014/main" id="{95FFBA17-A677-2025-7119-F4BCDE505154}"/>
              </a:ext>
            </a:extLst>
          </p:cNvPr>
          <p:cNvSpPr txBox="1"/>
          <p:nvPr/>
        </p:nvSpPr>
        <p:spPr>
          <a:xfrm>
            <a:off x="3500122" y="4079466"/>
            <a:ext cx="7853681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srgbClr val="00FF00"/>
                </a:solidFill>
                <a:effectLst/>
                <a:uLnTx/>
                <a:uFillTx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An extension can be registered using:</a:t>
            </a:r>
          </a:p>
          <a:p>
            <a:pPr marL="285750" marR="0" lvl="0" indent="-2857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Char char="-"/>
              <a:tabLst/>
              <a:defRPr/>
            </a:pPr>
            <a:r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srgbClr val="00FF00"/>
                </a:solidFill>
                <a:effectLst/>
                <a:uLnTx/>
                <a:uFillTx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its class name (</a:t>
            </a:r>
            <a:r>
              <a:rPr kumimoji="0" lang="en-US" sz="1800" b="0" i="1" u="none" strike="noStrike" kern="1200" cap="none" spc="0" normalizeH="0" baseline="0" noProof="0">
                <a:ln>
                  <a:noFill/>
                </a:ln>
                <a:solidFill>
                  <a:srgbClr val="00FF00"/>
                </a:solidFill>
                <a:effectLst/>
                <a:uLnTx/>
                <a:uFillTx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“com.example.HttpDeleteFilter”</a:t>
            </a:r>
            <a:r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srgbClr val="00FF00"/>
                </a:solidFill>
                <a:effectLst/>
                <a:uLnTx/>
                <a:uFillTx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)</a:t>
            </a:r>
          </a:p>
          <a:p>
            <a:pPr marL="285750" marR="0" lvl="0" indent="-2857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Char char="-"/>
              <a:tabLst/>
              <a:defRPr/>
            </a:pPr>
            <a:r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srgbClr val="00FF00"/>
                </a:solidFill>
                <a:effectLst/>
                <a:uLnTx/>
                <a:uFillTx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the class (</a:t>
            </a:r>
            <a:r>
              <a:rPr kumimoji="0" lang="en-US" sz="1800" b="0" i="1" u="none" strike="noStrike" kern="1200" cap="none" spc="0" normalizeH="0" baseline="0" noProof="0">
                <a:ln>
                  <a:noFill/>
                </a:ln>
                <a:solidFill>
                  <a:srgbClr val="00FF00"/>
                </a:solidFill>
                <a:effectLst/>
                <a:uLnTx/>
                <a:uFillTx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HttpDeleteFilter.class</a:t>
            </a:r>
            <a:r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srgbClr val="00FF00"/>
                </a:solidFill>
                <a:effectLst/>
                <a:uLnTx/>
                <a:uFillTx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)</a:t>
            </a:r>
          </a:p>
          <a:p>
            <a:pPr marL="285750" marR="0" lvl="0" indent="-2857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Char char="-"/>
              <a:tabLst/>
              <a:defRPr/>
            </a:pPr>
            <a:r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srgbClr val="00FF00"/>
                </a:solidFill>
                <a:effectLst/>
                <a:uLnTx/>
                <a:uFillTx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an instance (</a:t>
            </a:r>
            <a:r>
              <a:rPr kumimoji="0" lang="en-US" sz="1800" b="0" i="1" u="none" strike="noStrike" kern="1200" cap="none" spc="0" normalizeH="0" baseline="0" noProof="0">
                <a:ln>
                  <a:noFill/>
                </a:ln>
                <a:solidFill>
                  <a:srgbClr val="00FF00"/>
                </a:solidFill>
                <a:effectLst/>
                <a:uLnTx/>
                <a:uFillTx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new HttpDeleteFilter()</a:t>
            </a:r>
            <a:r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srgbClr val="00FF00"/>
                </a:solidFill>
                <a:effectLst/>
                <a:uLnTx/>
                <a:uFillTx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)</a:t>
            </a:r>
            <a:endParaRPr kumimoji="0" lang="en-NL" sz="1800" b="0" i="0" u="none" strike="noStrike" kern="1200" cap="none" spc="0" normalizeH="0" baseline="0" noProof="0">
              <a:ln>
                <a:noFill/>
              </a:ln>
              <a:solidFill>
                <a:srgbClr val="00FF00"/>
              </a:solidFill>
              <a:effectLst/>
              <a:uLnTx/>
              <a:uFillTx/>
              <a:latin typeface="Courier New" panose="02070309020205020404" pitchFamily="49" charset="0"/>
              <a:ea typeface="+mn-ea"/>
              <a:cs typeface="Courier New" panose="020703090202050204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2890794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  <p:bldP spid="6" grpId="0"/>
    </p:bldLst>
  </p:timing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0B4D458-4D33-4286-AFEF-1B613A4DDEAA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838200" y="111129"/>
            <a:ext cx="10515600" cy="721991"/>
          </a:xfrm>
        </p:spPr>
        <p:txBody>
          <a:bodyPr/>
          <a:lstStyle/>
          <a:p>
            <a:pPr lvl="0"/>
            <a:r>
              <a:rPr lang="nl-NL">
                <a:solidFill>
                  <a:srgbClr val="00FF00"/>
                </a:solidFill>
                <a:latin typeface="Courier New" pitchFamily="49"/>
                <a:cs typeface="Courier New" pitchFamily="49"/>
              </a:rPr>
              <a:t>Now it’s your turn!</a:t>
            </a:r>
            <a:endParaRPr lang="nl-NL" dirty="0">
              <a:solidFill>
                <a:srgbClr val="00FF00"/>
              </a:solidFill>
              <a:latin typeface="Courier New" pitchFamily="49"/>
              <a:cs typeface="Courier New" pitchFamily="49"/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A05396D-29B9-41A6-9997-E363A9EA5C37}"/>
              </a:ext>
            </a:extLst>
          </p:cNvPr>
          <p:cNvSpPr txBox="1">
            <a:spLocks noGrp="1"/>
          </p:cNvSpPr>
          <p:nvPr>
            <p:ph idx="1"/>
          </p:nvPr>
        </p:nvSpPr>
        <p:spPr>
          <a:xfrm>
            <a:off x="838200" y="1307466"/>
            <a:ext cx="10977877" cy="5032373"/>
          </a:xfrm>
        </p:spPr>
        <p:txBody>
          <a:bodyPr>
            <a:normAutofit fontScale="92500" lnSpcReduction="20000"/>
          </a:bodyPr>
          <a:lstStyle/>
          <a:p>
            <a:pPr lvl="0">
              <a:buFont typeface="Courier New" pitchFamily="49"/>
              <a:buChar char="_"/>
            </a:pPr>
            <a:r>
              <a:rPr lang="nl-NL" dirty="0">
                <a:solidFill>
                  <a:srgbClr val="00FF00"/>
                </a:solidFill>
                <a:latin typeface="Courier New" pitchFamily="49"/>
                <a:cs typeface="Courier New" pitchFamily="49"/>
              </a:rPr>
              <a:t>exercises &gt; extensions &gt; BasicAuthFilter.java</a:t>
            </a:r>
          </a:p>
          <a:p>
            <a:pPr lvl="0">
              <a:buFont typeface="Courier New" pitchFamily="49"/>
              <a:buChar char="_"/>
            </a:pPr>
            <a:endParaRPr lang="nl-NL" dirty="0">
              <a:solidFill>
                <a:srgbClr val="00FF00"/>
              </a:solidFill>
              <a:latin typeface="Courier New" pitchFamily="49"/>
              <a:cs typeface="Courier New" pitchFamily="49"/>
            </a:endParaRPr>
          </a:p>
          <a:p>
            <a:pPr lvl="0">
              <a:buFont typeface="Courier New" pitchFamily="49"/>
              <a:buChar char="_"/>
            </a:pPr>
            <a:r>
              <a:rPr lang="nl-NL" dirty="0">
                <a:solidFill>
                  <a:srgbClr val="00FF00"/>
                </a:solidFill>
                <a:latin typeface="Courier New" pitchFamily="49"/>
                <a:cs typeface="Courier New" pitchFamily="49"/>
              </a:rPr>
              <a:t>Implement a custom request filter that filters out all requests that do not have the proper basic authentication credentials</a:t>
            </a:r>
          </a:p>
          <a:p>
            <a:pPr lvl="0">
              <a:buFont typeface="Courier New" pitchFamily="49"/>
              <a:buChar char="_"/>
            </a:pPr>
            <a:endParaRPr lang="nl-NL" dirty="0">
              <a:solidFill>
                <a:srgbClr val="00FF00"/>
              </a:solidFill>
              <a:latin typeface="Courier New" pitchFamily="49"/>
              <a:cs typeface="Courier New" pitchFamily="49"/>
            </a:endParaRPr>
          </a:p>
          <a:p>
            <a:pPr lvl="0">
              <a:buFont typeface="Courier New" pitchFamily="49"/>
              <a:buChar char="_"/>
            </a:pPr>
            <a:r>
              <a:rPr lang="nl-NL" dirty="0">
                <a:solidFill>
                  <a:srgbClr val="00FF00"/>
                </a:solidFill>
                <a:latin typeface="Courier New" pitchFamily="49"/>
                <a:cs typeface="Courier New" pitchFamily="49"/>
              </a:rPr>
              <a:t>Verify your solution by running the tests in exercises &gt; WireMockExercises7dot1Test.java</a:t>
            </a:r>
          </a:p>
          <a:p>
            <a:pPr lvl="0">
              <a:buFont typeface="Courier New" pitchFamily="49"/>
              <a:buChar char="_"/>
            </a:pPr>
            <a:endParaRPr lang="nl-NL" dirty="0">
              <a:solidFill>
                <a:srgbClr val="00FF00"/>
              </a:solidFill>
              <a:latin typeface="Courier New" pitchFamily="49"/>
              <a:cs typeface="Courier New" pitchFamily="49"/>
            </a:endParaRPr>
          </a:p>
          <a:p>
            <a:pPr lvl="0">
              <a:buFont typeface="Courier New" pitchFamily="49"/>
              <a:buChar char="_"/>
            </a:pPr>
            <a:r>
              <a:rPr lang="nl-NL" dirty="0">
                <a:solidFill>
                  <a:srgbClr val="00FF00"/>
                </a:solidFill>
                <a:latin typeface="Courier New" pitchFamily="49"/>
                <a:cs typeface="Courier New" pitchFamily="49"/>
              </a:rPr>
              <a:t>Answers are in answers &gt; extensions &gt; BasicAuthFilter.java</a:t>
            </a:r>
          </a:p>
          <a:p>
            <a:pPr lvl="0">
              <a:buFont typeface="Courier New" pitchFamily="49"/>
              <a:buChar char="_"/>
            </a:pPr>
            <a:endParaRPr lang="nl-NL" dirty="0">
              <a:solidFill>
                <a:srgbClr val="00FF00"/>
              </a:solidFill>
              <a:latin typeface="Courier New" pitchFamily="49"/>
              <a:cs typeface="Courier New" pitchFamily="49"/>
            </a:endParaRPr>
          </a:p>
          <a:p>
            <a:pPr lvl="0">
              <a:buFont typeface="Courier New" pitchFamily="49"/>
              <a:buChar char="_"/>
            </a:pPr>
            <a:r>
              <a:rPr lang="nl-NL" dirty="0">
                <a:solidFill>
                  <a:srgbClr val="00FF00"/>
                </a:solidFill>
                <a:latin typeface="Courier New" pitchFamily="49"/>
                <a:cs typeface="Courier New" pitchFamily="49"/>
              </a:rPr>
              <a:t>Examples are in examples &gt; extensions &gt; HttpDeleteFilter.java</a:t>
            </a:r>
          </a:p>
          <a:p>
            <a:pPr lvl="0">
              <a:buFont typeface="Courier New" pitchFamily="49"/>
              <a:buChar char="_"/>
            </a:pPr>
            <a:endParaRPr lang="nl-NL" dirty="0">
              <a:solidFill>
                <a:srgbClr val="00FF00"/>
              </a:solidFill>
              <a:latin typeface="Courier New" pitchFamily="49"/>
              <a:cs typeface="Courier New" pitchFamily="49"/>
            </a:endParaRPr>
          </a:p>
          <a:p>
            <a:pPr lvl="0">
              <a:buFont typeface="Courier New" pitchFamily="49"/>
              <a:buChar char="_"/>
            </a:pPr>
            <a:endParaRPr lang="nl-NL" dirty="0">
              <a:solidFill>
                <a:srgbClr val="00FF00"/>
              </a:solidFill>
              <a:latin typeface="Courier New" pitchFamily="49"/>
              <a:cs typeface="Courier New" pitchFamily="49"/>
            </a:endParaRPr>
          </a:p>
          <a:p>
            <a:pPr lvl="0">
              <a:buFont typeface="Courier New" pitchFamily="49"/>
              <a:buChar char="_"/>
            </a:pPr>
            <a:endParaRPr lang="nl-NL" dirty="0">
              <a:solidFill>
                <a:srgbClr val="00FF00"/>
              </a:solidFill>
              <a:latin typeface="Courier New" pitchFamily="49"/>
              <a:cs typeface="Courier New" pitchFamily="49"/>
            </a:endParaRPr>
          </a:p>
          <a:p>
            <a:pPr lvl="0">
              <a:buFont typeface="Courier New" pitchFamily="49"/>
              <a:buChar char="_"/>
            </a:pPr>
            <a:endParaRPr lang="nl-NL" dirty="0">
              <a:solidFill>
                <a:srgbClr val="00FF00"/>
              </a:solidFill>
              <a:latin typeface="Courier New" pitchFamily="49"/>
              <a:cs typeface="Courier New" pitchFamily="49"/>
            </a:endParaRPr>
          </a:p>
          <a:p>
            <a:pPr lvl="0">
              <a:buFont typeface="Courier New" pitchFamily="49"/>
              <a:buChar char="_"/>
            </a:pPr>
            <a:endParaRPr lang="nl-NL" dirty="0">
              <a:solidFill>
                <a:srgbClr val="00FF00"/>
              </a:solidFill>
              <a:latin typeface="Courier New" pitchFamily="49"/>
              <a:cs typeface="Courier New" pitchFamily="49"/>
            </a:endParaRPr>
          </a:p>
        </p:txBody>
      </p:sp>
    </p:spTree>
    <p:extLst>
      <p:ext uri="{BB962C8B-B14F-4D97-AF65-F5344CB8AC3E}">
        <p14:creationId xmlns:p14="http://schemas.microsoft.com/office/powerpoint/2010/main" val="2732143885"/>
      </p:ext>
    </p:extLst>
  </p:cSld>
  <p:clrMapOvr>
    <a:masterClrMapping/>
  </p:clrMapOvr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" y="2267636"/>
            <a:ext cx="12191998" cy="2369662"/>
          </a:xfrm>
        </p:spPr>
        <p:txBody>
          <a:bodyPr>
            <a:noAutofit/>
          </a:bodyPr>
          <a:lstStyle/>
          <a:p>
            <a:pPr algn="ctr"/>
            <a:r>
              <a:rPr lang="nl-NL" sz="6500" dirty="0">
                <a:solidFill>
                  <a:srgbClr val="00FF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Section 7.2:</a:t>
            </a:r>
            <a:br>
              <a:rPr lang="nl-NL" sz="6500" dirty="0">
                <a:solidFill>
                  <a:srgbClr val="00FF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br>
              <a:rPr lang="nl-NL" sz="6500" dirty="0">
                <a:solidFill>
                  <a:srgbClr val="00FF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nl-NL" sz="6500" dirty="0">
                <a:solidFill>
                  <a:srgbClr val="00FF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Building a custom request matcher</a:t>
            </a:r>
          </a:p>
        </p:txBody>
      </p:sp>
    </p:spTree>
    <p:extLst>
      <p:ext uri="{BB962C8B-B14F-4D97-AF65-F5344CB8AC3E}">
        <p14:creationId xmlns:p14="http://schemas.microsoft.com/office/powerpoint/2010/main" val="3598533948"/>
      </p:ext>
    </p:extLst>
  </p:cSld>
  <p:clrMapOvr>
    <a:masterClrMapping/>
  </p:clrMapOvr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85D9D1D-CF0E-444D-BF61-6E6E92619F56}"/>
              </a:ext>
            </a:extLst>
          </p:cNvPr>
          <p:cNvSpPr txBox="1">
            <a:spLocks noGrp="1"/>
          </p:cNvSpPr>
          <p:nvPr>
            <p:ph type="title"/>
          </p:nvPr>
        </p:nvSpPr>
        <p:spPr/>
        <p:txBody>
          <a:bodyPr/>
          <a:lstStyle/>
          <a:p>
            <a:pPr lvl="0"/>
            <a:r>
              <a:rPr lang="nl-NL">
                <a:solidFill>
                  <a:srgbClr val="00FF00"/>
                </a:solidFill>
                <a:latin typeface="Courier New" pitchFamily="49"/>
                <a:cs typeface="Courier New" pitchFamily="49"/>
              </a:rPr>
              <a:t>Custom request matchers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287466E-59AE-4FAE-B4E2-27D0E0D7A69F}"/>
              </a:ext>
            </a:extLst>
          </p:cNvPr>
          <p:cNvSpPr txBox="1"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lvl="0">
              <a:buFont typeface="Courier New" pitchFamily="49"/>
              <a:buChar char="_"/>
            </a:pPr>
            <a:r>
              <a:rPr lang="nl-NL">
                <a:solidFill>
                  <a:srgbClr val="00FF00"/>
                </a:solidFill>
                <a:latin typeface="Courier New" pitchFamily="49"/>
                <a:cs typeface="Courier New" pitchFamily="49"/>
              </a:rPr>
              <a:t>Add custom request matching logic to WireMock</a:t>
            </a:r>
          </a:p>
          <a:p>
            <a:pPr lvl="0">
              <a:buFont typeface="Courier New" pitchFamily="49"/>
              <a:buChar char="_"/>
            </a:pPr>
            <a:endParaRPr lang="nl-NL">
              <a:solidFill>
                <a:srgbClr val="00FF00"/>
              </a:solidFill>
              <a:latin typeface="Courier New" pitchFamily="49"/>
              <a:cs typeface="Courier New" pitchFamily="49"/>
            </a:endParaRPr>
          </a:p>
          <a:p>
            <a:pPr lvl="0">
              <a:buFont typeface="Courier New" pitchFamily="49"/>
              <a:buChar char="_"/>
            </a:pPr>
            <a:r>
              <a:rPr lang="nl-NL">
                <a:solidFill>
                  <a:srgbClr val="00FF00"/>
                </a:solidFill>
                <a:latin typeface="Courier New" pitchFamily="49"/>
                <a:cs typeface="Courier New" pitchFamily="49"/>
              </a:rPr>
              <a:t>Can be combined with existing standard matchers</a:t>
            </a:r>
            <a:endParaRPr lang="nl-NL" dirty="0">
              <a:solidFill>
                <a:srgbClr val="00FF00"/>
              </a:solidFill>
              <a:latin typeface="Courier New" pitchFamily="49"/>
              <a:cs typeface="Courier New" pitchFamily="49"/>
            </a:endParaRPr>
          </a:p>
          <a:p>
            <a:pPr lvl="0">
              <a:buFont typeface="Courier New" pitchFamily="49"/>
              <a:buChar char="_"/>
            </a:pPr>
            <a:endParaRPr lang="nl-NL">
              <a:solidFill>
                <a:srgbClr val="00FF00"/>
              </a:solidFill>
              <a:latin typeface="Courier New" pitchFamily="49"/>
              <a:cs typeface="Courier New" pitchFamily="49"/>
            </a:endParaRPr>
          </a:p>
          <a:p>
            <a:pPr lvl="0">
              <a:buFont typeface="Courier New" pitchFamily="49"/>
              <a:buChar char="_"/>
            </a:pPr>
            <a:r>
              <a:rPr lang="nl-NL">
                <a:solidFill>
                  <a:srgbClr val="00FF00"/>
                </a:solidFill>
                <a:latin typeface="Courier New" pitchFamily="49"/>
                <a:cs typeface="Courier New" pitchFamily="49"/>
              </a:rPr>
              <a:t>Done by extending RequestMatcherExtension class</a:t>
            </a:r>
          </a:p>
          <a:p>
            <a:pPr lvl="1">
              <a:buFont typeface="Courier New" pitchFamily="49"/>
              <a:buChar char="_"/>
            </a:pPr>
            <a:endParaRPr lang="nl-NL">
              <a:solidFill>
                <a:srgbClr val="00FF00"/>
              </a:solidFill>
              <a:latin typeface="Courier New" pitchFamily="49"/>
              <a:cs typeface="Courier New" pitchFamily="49"/>
            </a:endParaRPr>
          </a:p>
          <a:p>
            <a:pPr lvl="0">
              <a:buFont typeface="Courier New" pitchFamily="49"/>
              <a:buChar char="_"/>
            </a:pPr>
            <a:endParaRPr lang="nl-NL" dirty="0">
              <a:solidFill>
                <a:srgbClr val="00FF00"/>
              </a:solidFill>
              <a:latin typeface="Courier New" pitchFamily="49"/>
              <a:cs typeface="Courier New" pitchFamily="49"/>
            </a:endParaRPr>
          </a:p>
          <a:p>
            <a:pPr lvl="0">
              <a:buFont typeface="Courier New" pitchFamily="49"/>
              <a:buChar char="_"/>
            </a:pPr>
            <a:endParaRPr lang="nl-NL" dirty="0">
              <a:solidFill>
                <a:srgbClr val="00FF00"/>
              </a:solidFill>
              <a:latin typeface="Courier New" pitchFamily="49"/>
              <a:cs typeface="Courier New" pitchFamily="49"/>
            </a:endParaRPr>
          </a:p>
          <a:p>
            <a:pPr lvl="0">
              <a:buFont typeface="Courier New" pitchFamily="49"/>
              <a:buChar char="_"/>
            </a:pPr>
            <a:endParaRPr lang="nl-NL" dirty="0">
              <a:solidFill>
                <a:srgbClr val="00FF00"/>
              </a:solidFill>
              <a:latin typeface="Courier New" pitchFamily="49"/>
              <a:cs typeface="Courier New" pitchFamily="49"/>
            </a:endParaRPr>
          </a:p>
          <a:p>
            <a:pPr lvl="0">
              <a:buFont typeface="Courier New" pitchFamily="49"/>
              <a:buChar char="_"/>
            </a:pPr>
            <a:endParaRPr lang="nl-NL" dirty="0">
              <a:solidFill>
                <a:srgbClr val="00FF00"/>
              </a:solidFill>
              <a:latin typeface="Courier New" pitchFamily="49"/>
              <a:cs typeface="Courier New" pitchFamily="49"/>
            </a:endParaRPr>
          </a:p>
          <a:p>
            <a:pPr lvl="0">
              <a:buFont typeface="Courier New" pitchFamily="49"/>
              <a:buChar char="_"/>
            </a:pPr>
            <a:endParaRPr lang="nl-NL" dirty="0">
              <a:solidFill>
                <a:srgbClr val="00FF00"/>
              </a:solidFill>
              <a:latin typeface="Courier New" pitchFamily="49"/>
              <a:cs typeface="Courier New" pitchFamily="49"/>
            </a:endParaRPr>
          </a:p>
          <a:p>
            <a:pPr lvl="0">
              <a:buFont typeface="Courier New" pitchFamily="49"/>
              <a:buChar char="_"/>
            </a:pPr>
            <a:endParaRPr lang="nl-NL" dirty="0">
              <a:solidFill>
                <a:srgbClr val="00FF00"/>
              </a:solidFill>
              <a:latin typeface="Courier New" pitchFamily="49"/>
              <a:cs typeface="Courier New" pitchFamily="49"/>
            </a:endParaRPr>
          </a:p>
        </p:txBody>
      </p:sp>
    </p:spTree>
    <p:extLst>
      <p:ext uri="{BB962C8B-B14F-4D97-AF65-F5344CB8AC3E}">
        <p14:creationId xmlns:p14="http://schemas.microsoft.com/office/powerpoint/2010/main" val="2375467913"/>
      </p:ext>
    </p:extLst>
  </p:cSld>
  <p:clrMapOvr>
    <a:masterClrMapping/>
  </p:clrMapOvr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85D9D1D-CF0E-444D-BF61-6E6E92619F56}"/>
              </a:ext>
            </a:extLst>
          </p:cNvPr>
          <p:cNvSpPr txBox="1">
            <a:spLocks noGrp="1"/>
          </p:cNvSpPr>
          <p:nvPr>
            <p:ph type="title"/>
          </p:nvPr>
        </p:nvSpPr>
        <p:spPr/>
        <p:txBody>
          <a:bodyPr/>
          <a:lstStyle/>
          <a:p>
            <a:pPr lvl="0"/>
            <a:r>
              <a:rPr lang="nl-NL">
                <a:solidFill>
                  <a:srgbClr val="00FF00"/>
                </a:solidFill>
                <a:latin typeface="Courier New" pitchFamily="49"/>
                <a:cs typeface="Courier New" pitchFamily="49"/>
              </a:rPr>
              <a:t>Custom request matcher – build</a:t>
            </a:r>
          </a:p>
        </p:txBody>
      </p:sp>
      <p:pic>
        <p:nvPicPr>
          <p:cNvPr id="4" name="Afbeelding 3">
            <a:extLst>
              <a:ext uri="{FF2B5EF4-FFF2-40B4-BE49-F238E27FC236}">
                <a16:creationId xmlns:a16="http://schemas.microsoft.com/office/drawing/2014/main" id="{8D66FC6B-144E-4419-AFF5-BB9AD7C18FE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8200" y="1690688"/>
            <a:ext cx="10515600" cy="4468118"/>
          </a:xfrm>
          <a:prstGeom prst="rect">
            <a:avLst/>
          </a:prstGeom>
        </p:spPr>
      </p:pic>
      <p:sp>
        <p:nvSpPr>
          <p:cNvPr id="6" name="Ovaal 5">
            <a:extLst>
              <a:ext uri="{FF2B5EF4-FFF2-40B4-BE49-F238E27FC236}">
                <a16:creationId xmlns:a16="http://schemas.microsoft.com/office/drawing/2014/main" id="{7ABB89ED-C73E-43E6-870F-3EA2E9431DFD}"/>
              </a:ext>
            </a:extLst>
          </p:cNvPr>
          <p:cNvSpPr/>
          <p:nvPr/>
        </p:nvSpPr>
        <p:spPr>
          <a:xfrm>
            <a:off x="5191760" y="1667638"/>
            <a:ext cx="5242560" cy="374522"/>
          </a:xfrm>
          <a:prstGeom prst="ellipse">
            <a:avLst/>
          </a:prstGeom>
          <a:noFill/>
          <a:ln w="38100">
            <a:solidFill>
              <a:srgbClr val="00FF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NL"/>
          </a:p>
        </p:txBody>
      </p:sp>
      <p:sp>
        <p:nvSpPr>
          <p:cNvPr id="7" name="Ovaal 6">
            <a:extLst>
              <a:ext uri="{FF2B5EF4-FFF2-40B4-BE49-F238E27FC236}">
                <a16:creationId xmlns:a16="http://schemas.microsoft.com/office/drawing/2014/main" id="{918916C0-9AF5-4AB6-9CF2-1B0C8A829008}"/>
              </a:ext>
            </a:extLst>
          </p:cNvPr>
          <p:cNvSpPr/>
          <p:nvPr/>
        </p:nvSpPr>
        <p:spPr>
          <a:xfrm>
            <a:off x="4104640" y="4807078"/>
            <a:ext cx="5882640" cy="272922"/>
          </a:xfrm>
          <a:prstGeom prst="ellipse">
            <a:avLst/>
          </a:prstGeom>
          <a:noFill/>
          <a:ln w="38100">
            <a:solidFill>
              <a:srgbClr val="00FF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NL"/>
          </a:p>
        </p:txBody>
      </p:sp>
      <p:sp>
        <p:nvSpPr>
          <p:cNvPr id="8" name="Tekstvak 7">
            <a:extLst>
              <a:ext uri="{FF2B5EF4-FFF2-40B4-BE49-F238E27FC236}">
                <a16:creationId xmlns:a16="http://schemas.microsoft.com/office/drawing/2014/main" id="{E33C5C01-E39B-4C20-80CC-DFD579C5B022}"/>
              </a:ext>
            </a:extLst>
          </p:cNvPr>
          <p:cNvSpPr txBox="1"/>
          <p:nvPr/>
        </p:nvSpPr>
        <p:spPr>
          <a:xfrm>
            <a:off x="4302760" y="4035474"/>
            <a:ext cx="702056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>
                <a:solidFill>
                  <a:srgbClr val="00FF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Get the value of the </a:t>
            </a:r>
            <a:r>
              <a:rPr lang="en-US" i="1">
                <a:solidFill>
                  <a:srgbClr val="00FF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maxLength</a:t>
            </a:r>
            <a:r>
              <a:rPr lang="en-US">
                <a:solidFill>
                  <a:srgbClr val="00FF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matcher parameter</a:t>
            </a:r>
            <a:endParaRPr lang="en-NL">
              <a:solidFill>
                <a:srgbClr val="00FF00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10" name="Ovaal 9">
            <a:extLst>
              <a:ext uri="{FF2B5EF4-FFF2-40B4-BE49-F238E27FC236}">
                <a16:creationId xmlns:a16="http://schemas.microsoft.com/office/drawing/2014/main" id="{E164E746-BBE1-4489-BD99-1AE4936B75F4}"/>
              </a:ext>
            </a:extLst>
          </p:cNvPr>
          <p:cNvSpPr/>
          <p:nvPr/>
        </p:nvSpPr>
        <p:spPr>
          <a:xfrm>
            <a:off x="3007360" y="5128070"/>
            <a:ext cx="8168640" cy="297370"/>
          </a:xfrm>
          <a:prstGeom prst="ellipse">
            <a:avLst/>
          </a:prstGeom>
          <a:noFill/>
          <a:ln w="38100">
            <a:solidFill>
              <a:srgbClr val="00FF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NL"/>
          </a:p>
        </p:txBody>
      </p:sp>
      <p:sp>
        <p:nvSpPr>
          <p:cNvPr id="11" name="Tekstvak 10">
            <a:extLst>
              <a:ext uri="{FF2B5EF4-FFF2-40B4-BE49-F238E27FC236}">
                <a16:creationId xmlns:a16="http://schemas.microsoft.com/office/drawing/2014/main" id="{7D487564-C135-4FC2-8776-CCA607D33684}"/>
              </a:ext>
            </a:extLst>
          </p:cNvPr>
          <p:cNvSpPr txBox="1"/>
          <p:nvPr/>
        </p:nvSpPr>
        <p:spPr>
          <a:xfrm>
            <a:off x="3825240" y="5545699"/>
            <a:ext cx="766572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>
                <a:solidFill>
                  <a:srgbClr val="00FF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Compare the request body length to the </a:t>
            </a:r>
            <a:r>
              <a:rPr lang="en-US" i="1">
                <a:solidFill>
                  <a:srgbClr val="00FF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maxLength</a:t>
            </a:r>
            <a:r>
              <a:rPr lang="en-US">
                <a:solidFill>
                  <a:srgbClr val="00FF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parameter value and return the result as a </a:t>
            </a:r>
            <a:r>
              <a:rPr lang="en-US" i="1">
                <a:solidFill>
                  <a:srgbClr val="00FF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MatchResult</a:t>
            </a:r>
            <a:endParaRPr lang="en-NL" i="1">
              <a:solidFill>
                <a:srgbClr val="00FF00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03645993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nimBg="1"/>
      <p:bldP spid="7" grpId="0" animBg="1"/>
      <p:bldP spid="8" grpId="0"/>
      <p:bldP spid="10" grpId="0" animBg="1"/>
      <p:bldP spid="11" grpId="0"/>
    </p:bldLst>
  </p:timing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Afbeelding 3">
            <a:extLst>
              <a:ext uri="{FF2B5EF4-FFF2-40B4-BE49-F238E27FC236}">
                <a16:creationId xmlns:a16="http://schemas.microsoft.com/office/drawing/2014/main" id="{AC4A96C8-FA09-45D6-ACB1-F5342C21E53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7171" y="859770"/>
            <a:ext cx="9615536" cy="2014322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285D9D1D-CF0E-444D-BF61-6E6E92619F56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834526" y="1"/>
            <a:ext cx="10515600" cy="904240"/>
          </a:xfrm>
        </p:spPr>
        <p:txBody>
          <a:bodyPr/>
          <a:lstStyle/>
          <a:p>
            <a:pPr lvl="0"/>
            <a:r>
              <a:rPr lang="nl-NL">
                <a:solidFill>
                  <a:srgbClr val="00FF00"/>
                </a:solidFill>
                <a:latin typeface="Courier New" pitchFamily="49"/>
                <a:cs typeface="Courier New" pitchFamily="49"/>
              </a:rPr>
              <a:t>Custom request matcher – use</a:t>
            </a:r>
          </a:p>
        </p:txBody>
      </p:sp>
      <p:pic>
        <p:nvPicPr>
          <p:cNvPr id="8" name="Afbeelding 7">
            <a:extLst>
              <a:ext uri="{FF2B5EF4-FFF2-40B4-BE49-F238E27FC236}">
                <a16:creationId xmlns:a16="http://schemas.microsoft.com/office/drawing/2014/main" id="{BFF2E280-DDBA-467E-B82D-54F85416E19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47171" y="4140200"/>
            <a:ext cx="11490310" cy="1341756"/>
          </a:xfrm>
          <a:prstGeom prst="rect">
            <a:avLst/>
          </a:prstGeom>
        </p:spPr>
      </p:pic>
      <p:sp>
        <p:nvSpPr>
          <p:cNvPr id="9" name="Ovaal 8">
            <a:extLst>
              <a:ext uri="{FF2B5EF4-FFF2-40B4-BE49-F238E27FC236}">
                <a16:creationId xmlns:a16="http://schemas.microsoft.com/office/drawing/2014/main" id="{09DDD050-2DA9-4F05-8CC7-E4A5CE0CBA21}"/>
              </a:ext>
            </a:extLst>
          </p:cNvPr>
          <p:cNvSpPr/>
          <p:nvPr/>
        </p:nvSpPr>
        <p:spPr>
          <a:xfrm>
            <a:off x="3861982" y="2170349"/>
            <a:ext cx="4013200" cy="383823"/>
          </a:xfrm>
          <a:prstGeom prst="ellipse">
            <a:avLst/>
          </a:prstGeom>
          <a:noFill/>
          <a:ln w="38100">
            <a:solidFill>
              <a:srgbClr val="00FF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NL"/>
          </a:p>
        </p:txBody>
      </p:sp>
      <p:sp>
        <p:nvSpPr>
          <p:cNvPr id="10" name="Tekstvak 9">
            <a:extLst>
              <a:ext uri="{FF2B5EF4-FFF2-40B4-BE49-F238E27FC236}">
                <a16:creationId xmlns:a16="http://schemas.microsoft.com/office/drawing/2014/main" id="{B7B3A926-CBFC-472D-86B5-7641EDAB2609}"/>
              </a:ext>
            </a:extLst>
          </p:cNvPr>
          <p:cNvSpPr txBox="1"/>
          <p:nvPr/>
        </p:nvSpPr>
        <p:spPr>
          <a:xfrm>
            <a:off x="7232189" y="2576744"/>
            <a:ext cx="3657600" cy="38382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>
                <a:solidFill>
                  <a:srgbClr val="00FF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Register the extension</a:t>
            </a:r>
            <a:endParaRPr lang="en-NL">
              <a:solidFill>
                <a:srgbClr val="00FF00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11" name="Ovaal 10">
            <a:extLst>
              <a:ext uri="{FF2B5EF4-FFF2-40B4-BE49-F238E27FC236}">
                <a16:creationId xmlns:a16="http://schemas.microsoft.com/office/drawing/2014/main" id="{892B252A-24FB-4077-A887-53C22D2639CA}"/>
              </a:ext>
            </a:extLst>
          </p:cNvPr>
          <p:cNvSpPr/>
          <p:nvPr/>
        </p:nvSpPr>
        <p:spPr>
          <a:xfrm>
            <a:off x="1127760" y="4467236"/>
            <a:ext cx="2255520" cy="429884"/>
          </a:xfrm>
          <a:prstGeom prst="ellipse">
            <a:avLst/>
          </a:prstGeom>
          <a:noFill/>
          <a:ln w="38100">
            <a:solidFill>
              <a:srgbClr val="00FF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NL"/>
          </a:p>
        </p:txBody>
      </p:sp>
      <p:sp>
        <p:nvSpPr>
          <p:cNvPr id="12" name="Tekstvak 11">
            <a:extLst>
              <a:ext uri="{FF2B5EF4-FFF2-40B4-BE49-F238E27FC236}">
                <a16:creationId xmlns:a16="http://schemas.microsoft.com/office/drawing/2014/main" id="{4A6965CC-3E91-4FA2-B535-153FF84EC4F5}"/>
              </a:ext>
            </a:extLst>
          </p:cNvPr>
          <p:cNvSpPr txBox="1"/>
          <p:nvPr/>
        </p:nvSpPr>
        <p:spPr>
          <a:xfrm>
            <a:off x="762000" y="3103389"/>
            <a:ext cx="3657600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>
                <a:solidFill>
                  <a:srgbClr val="00FF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Use custom matcher in a stub definition using its name (can be combined with existing matchers)</a:t>
            </a:r>
            <a:endParaRPr lang="en-NL">
              <a:solidFill>
                <a:srgbClr val="00FF00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13" name="Ovaal 12">
            <a:extLst>
              <a:ext uri="{FF2B5EF4-FFF2-40B4-BE49-F238E27FC236}">
                <a16:creationId xmlns:a16="http://schemas.microsoft.com/office/drawing/2014/main" id="{1C71EDCB-8E38-46D8-9F45-1EB205A0EC5B}"/>
              </a:ext>
            </a:extLst>
          </p:cNvPr>
          <p:cNvSpPr/>
          <p:nvPr/>
        </p:nvSpPr>
        <p:spPr>
          <a:xfrm>
            <a:off x="5577840" y="4467236"/>
            <a:ext cx="6266989" cy="429884"/>
          </a:xfrm>
          <a:prstGeom prst="ellipse">
            <a:avLst/>
          </a:prstGeom>
          <a:noFill/>
          <a:ln w="38100">
            <a:solidFill>
              <a:srgbClr val="00FF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NL"/>
          </a:p>
        </p:txBody>
      </p:sp>
      <p:sp>
        <p:nvSpPr>
          <p:cNvPr id="14" name="Tekstvak 13">
            <a:extLst>
              <a:ext uri="{FF2B5EF4-FFF2-40B4-BE49-F238E27FC236}">
                <a16:creationId xmlns:a16="http://schemas.microsoft.com/office/drawing/2014/main" id="{A988E28D-8268-4135-A050-552953C19E87}"/>
              </a:ext>
            </a:extLst>
          </p:cNvPr>
          <p:cNvSpPr txBox="1"/>
          <p:nvPr/>
        </p:nvSpPr>
        <p:spPr>
          <a:xfrm>
            <a:off x="7232189" y="3992225"/>
            <a:ext cx="461264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>
                <a:solidFill>
                  <a:srgbClr val="00FF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Specify desired parameter value</a:t>
            </a:r>
            <a:endParaRPr lang="en-NL">
              <a:solidFill>
                <a:srgbClr val="00FF00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61989341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10" grpId="0"/>
      <p:bldP spid="11" grpId="0" animBg="1"/>
      <p:bldP spid="12" grpId="0"/>
      <p:bldP spid="13" grpId="0" animBg="1"/>
      <p:bldP spid="14" grpId="0"/>
    </p:bldLst>
  </p:timing>
</p:sld>
</file>

<file path=ppt/slides/slide7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0B4D458-4D33-4286-AFEF-1B613A4DDEAA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838200" y="111129"/>
            <a:ext cx="10515600" cy="721991"/>
          </a:xfrm>
        </p:spPr>
        <p:txBody>
          <a:bodyPr/>
          <a:lstStyle/>
          <a:p>
            <a:pPr lvl="0"/>
            <a:r>
              <a:rPr lang="nl-NL">
                <a:solidFill>
                  <a:srgbClr val="00FF00"/>
                </a:solidFill>
                <a:latin typeface="Courier New" pitchFamily="49"/>
                <a:cs typeface="Courier New" pitchFamily="49"/>
              </a:rPr>
              <a:t>Now it’s your turn!</a:t>
            </a:r>
            <a:endParaRPr lang="nl-NL" dirty="0">
              <a:solidFill>
                <a:srgbClr val="00FF00"/>
              </a:solidFill>
              <a:latin typeface="Courier New" pitchFamily="49"/>
              <a:cs typeface="Courier New" pitchFamily="49"/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A05396D-29B9-41A6-9997-E363A9EA5C37}"/>
              </a:ext>
            </a:extLst>
          </p:cNvPr>
          <p:cNvSpPr txBox="1">
            <a:spLocks noGrp="1"/>
          </p:cNvSpPr>
          <p:nvPr>
            <p:ph idx="1"/>
          </p:nvPr>
        </p:nvSpPr>
        <p:spPr>
          <a:xfrm>
            <a:off x="838200" y="1307466"/>
            <a:ext cx="10977877" cy="5439405"/>
          </a:xfrm>
        </p:spPr>
        <p:txBody>
          <a:bodyPr>
            <a:normAutofit fontScale="92500" lnSpcReduction="20000"/>
          </a:bodyPr>
          <a:lstStyle/>
          <a:p>
            <a:pPr lvl="0">
              <a:buFont typeface="Courier New" pitchFamily="49"/>
              <a:buChar char="_"/>
            </a:pPr>
            <a:r>
              <a:rPr lang="nl-NL" dirty="0">
                <a:solidFill>
                  <a:srgbClr val="00FF00"/>
                </a:solidFill>
                <a:latin typeface="Courier New" pitchFamily="49"/>
                <a:cs typeface="Courier New" pitchFamily="49"/>
              </a:rPr>
              <a:t>exercises &gt; extensions &gt; RejectedHttpVerbsMatcher.java</a:t>
            </a:r>
          </a:p>
          <a:p>
            <a:pPr lvl="0">
              <a:buFont typeface="Courier New" pitchFamily="49"/>
              <a:buChar char="_"/>
            </a:pPr>
            <a:endParaRPr lang="nl-NL" dirty="0">
              <a:solidFill>
                <a:srgbClr val="00FF00"/>
              </a:solidFill>
              <a:latin typeface="Courier New" pitchFamily="49"/>
              <a:cs typeface="Courier New" pitchFamily="49"/>
            </a:endParaRPr>
          </a:p>
          <a:p>
            <a:pPr lvl="0">
              <a:buFont typeface="Courier New" pitchFamily="49"/>
              <a:buChar char="_"/>
            </a:pPr>
            <a:r>
              <a:rPr lang="nl-NL" dirty="0">
                <a:solidFill>
                  <a:srgbClr val="00FF00"/>
                </a:solidFill>
                <a:latin typeface="Courier New" pitchFamily="49"/>
                <a:cs typeface="Courier New" pitchFamily="49"/>
              </a:rPr>
              <a:t>Implement a custom matcher that reads a list of rejected HTTP verbs and matches the HTTP verb used in the incoming request against it</a:t>
            </a:r>
          </a:p>
          <a:p>
            <a:pPr lvl="0">
              <a:buFont typeface="Courier New" pitchFamily="49"/>
              <a:buChar char="_"/>
            </a:pPr>
            <a:endParaRPr lang="nl-NL" dirty="0">
              <a:solidFill>
                <a:srgbClr val="00FF00"/>
              </a:solidFill>
              <a:latin typeface="Courier New" pitchFamily="49"/>
              <a:cs typeface="Courier New" pitchFamily="49"/>
            </a:endParaRPr>
          </a:p>
          <a:p>
            <a:pPr lvl="0">
              <a:buFont typeface="Courier New" pitchFamily="49"/>
              <a:buChar char="_"/>
            </a:pPr>
            <a:r>
              <a:rPr lang="nl-NL" dirty="0">
                <a:solidFill>
                  <a:srgbClr val="00FF00"/>
                </a:solidFill>
                <a:latin typeface="Courier New" pitchFamily="49"/>
                <a:cs typeface="Courier New" pitchFamily="49"/>
              </a:rPr>
              <a:t>Verify your solution by running the tests in exercises &gt; WireMockExercises7dot2Test.java</a:t>
            </a:r>
          </a:p>
          <a:p>
            <a:pPr lvl="0">
              <a:buFont typeface="Courier New" pitchFamily="49"/>
              <a:buChar char="_"/>
            </a:pPr>
            <a:endParaRPr lang="nl-NL" dirty="0">
              <a:solidFill>
                <a:srgbClr val="00FF00"/>
              </a:solidFill>
              <a:latin typeface="Courier New" pitchFamily="49"/>
              <a:cs typeface="Courier New" pitchFamily="49"/>
            </a:endParaRPr>
          </a:p>
          <a:p>
            <a:pPr lvl="0">
              <a:buFont typeface="Courier New" pitchFamily="49"/>
              <a:buChar char="_"/>
            </a:pPr>
            <a:r>
              <a:rPr lang="nl-NL" dirty="0">
                <a:solidFill>
                  <a:srgbClr val="00FF00"/>
                </a:solidFill>
                <a:latin typeface="Courier New" pitchFamily="49"/>
                <a:cs typeface="Courier New" pitchFamily="49"/>
              </a:rPr>
              <a:t>Answers are in answers &gt; extensions &gt; RejectedHttpVerbsMatcher.java</a:t>
            </a:r>
          </a:p>
          <a:p>
            <a:pPr lvl="0">
              <a:buFont typeface="Courier New" pitchFamily="49"/>
              <a:buChar char="_"/>
            </a:pPr>
            <a:endParaRPr lang="nl-NL" dirty="0">
              <a:solidFill>
                <a:srgbClr val="00FF00"/>
              </a:solidFill>
              <a:latin typeface="Courier New" pitchFamily="49"/>
              <a:cs typeface="Courier New" pitchFamily="49"/>
            </a:endParaRPr>
          </a:p>
          <a:p>
            <a:pPr lvl="0">
              <a:buFont typeface="Courier New" pitchFamily="49"/>
              <a:buChar char="_"/>
            </a:pPr>
            <a:r>
              <a:rPr lang="nl-NL" dirty="0">
                <a:solidFill>
                  <a:srgbClr val="00FF00"/>
                </a:solidFill>
                <a:latin typeface="Courier New" pitchFamily="49"/>
                <a:cs typeface="Courier New" pitchFamily="49"/>
              </a:rPr>
              <a:t>Examples are in examples &gt; extensions &gt; BodyLengthMatcher.java</a:t>
            </a:r>
          </a:p>
          <a:p>
            <a:pPr lvl="0">
              <a:buFont typeface="Courier New" pitchFamily="49"/>
              <a:buChar char="_"/>
            </a:pPr>
            <a:endParaRPr lang="nl-NL" dirty="0">
              <a:solidFill>
                <a:srgbClr val="00FF00"/>
              </a:solidFill>
              <a:latin typeface="Courier New" pitchFamily="49"/>
              <a:cs typeface="Courier New" pitchFamily="49"/>
            </a:endParaRPr>
          </a:p>
          <a:p>
            <a:pPr lvl="0">
              <a:buFont typeface="Courier New" pitchFamily="49"/>
              <a:buChar char="_"/>
            </a:pPr>
            <a:endParaRPr lang="nl-NL" dirty="0">
              <a:solidFill>
                <a:srgbClr val="00FF00"/>
              </a:solidFill>
              <a:latin typeface="Courier New" pitchFamily="49"/>
              <a:cs typeface="Courier New" pitchFamily="49"/>
            </a:endParaRPr>
          </a:p>
          <a:p>
            <a:pPr lvl="0">
              <a:buFont typeface="Courier New" pitchFamily="49"/>
              <a:buChar char="_"/>
            </a:pPr>
            <a:endParaRPr lang="nl-NL" dirty="0">
              <a:solidFill>
                <a:srgbClr val="00FF00"/>
              </a:solidFill>
              <a:latin typeface="Courier New" pitchFamily="49"/>
              <a:cs typeface="Courier New" pitchFamily="49"/>
            </a:endParaRPr>
          </a:p>
          <a:p>
            <a:pPr lvl="0">
              <a:buFont typeface="Courier New" pitchFamily="49"/>
              <a:buChar char="_"/>
            </a:pPr>
            <a:endParaRPr lang="nl-NL" dirty="0">
              <a:solidFill>
                <a:srgbClr val="00FF00"/>
              </a:solidFill>
              <a:latin typeface="Courier New" pitchFamily="49"/>
              <a:cs typeface="Courier New" pitchFamily="49"/>
            </a:endParaRPr>
          </a:p>
          <a:p>
            <a:pPr lvl="0">
              <a:buFont typeface="Courier New" pitchFamily="49"/>
              <a:buChar char="_"/>
            </a:pPr>
            <a:endParaRPr lang="nl-NL" dirty="0">
              <a:solidFill>
                <a:srgbClr val="00FF00"/>
              </a:solidFill>
              <a:latin typeface="Courier New" pitchFamily="49"/>
              <a:cs typeface="Courier New" pitchFamily="49"/>
            </a:endParaRPr>
          </a:p>
        </p:txBody>
      </p:sp>
    </p:spTree>
    <p:extLst>
      <p:ext uri="{BB962C8B-B14F-4D97-AF65-F5344CB8AC3E}">
        <p14:creationId xmlns:p14="http://schemas.microsoft.com/office/powerpoint/2010/main" val="1824614288"/>
      </p:ext>
    </p:extLst>
  </p:cSld>
  <p:clrMapOvr>
    <a:masterClrMapping/>
  </p:clrMapOvr>
</p:sld>
</file>

<file path=ppt/slides/slide7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" y="2267636"/>
            <a:ext cx="12191998" cy="2369662"/>
          </a:xfrm>
        </p:spPr>
        <p:txBody>
          <a:bodyPr>
            <a:noAutofit/>
          </a:bodyPr>
          <a:lstStyle/>
          <a:p>
            <a:pPr algn="ctr"/>
            <a:r>
              <a:rPr lang="nl-NL" sz="6500" dirty="0">
                <a:solidFill>
                  <a:srgbClr val="00FF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Section 7.3:</a:t>
            </a:r>
            <a:br>
              <a:rPr lang="nl-NL" sz="6500" dirty="0">
                <a:solidFill>
                  <a:srgbClr val="00FF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br>
              <a:rPr lang="nl-NL" sz="6500" dirty="0">
                <a:solidFill>
                  <a:srgbClr val="00FF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nl-NL" sz="6500" dirty="0">
                <a:solidFill>
                  <a:srgbClr val="00FF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Using ServeEvent listeners</a:t>
            </a:r>
          </a:p>
        </p:txBody>
      </p:sp>
    </p:spTree>
    <p:extLst>
      <p:ext uri="{BB962C8B-B14F-4D97-AF65-F5344CB8AC3E}">
        <p14:creationId xmlns:p14="http://schemas.microsoft.com/office/powerpoint/2010/main" val="831855914"/>
      </p:ext>
    </p:extLst>
  </p:cSld>
  <p:clrMapOvr>
    <a:masterClrMapping/>
  </p:clrMapOvr>
</p:sld>
</file>

<file path=ppt/slides/slide7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85D9D1D-CF0E-444D-BF61-6E6E92619F56}"/>
              </a:ext>
            </a:extLst>
          </p:cNvPr>
          <p:cNvSpPr txBox="1">
            <a:spLocks noGrp="1"/>
          </p:cNvSpPr>
          <p:nvPr>
            <p:ph type="title"/>
          </p:nvPr>
        </p:nvSpPr>
        <p:spPr/>
        <p:txBody>
          <a:bodyPr/>
          <a:lstStyle/>
          <a:p>
            <a:pPr lvl="0"/>
            <a:r>
              <a:rPr lang="nl-NL" dirty="0">
                <a:solidFill>
                  <a:srgbClr val="00FF00"/>
                </a:solidFill>
                <a:latin typeface="Courier New" pitchFamily="49"/>
                <a:cs typeface="Courier New" pitchFamily="49"/>
              </a:rPr>
              <a:t>ServeEvents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287466E-59AE-4FAE-B4E2-27D0E0D7A69F}"/>
              </a:ext>
            </a:extLst>
          </p:cNvPr>
          <p:cNvSpPr txBox="1"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lvl="0">
              <a:buFont typeface="Courier New" pitchFamily="49"/>
              <a:buChar char="_"/>
            </a:pPr>
            <a:r>
              <a:rPr lang="nl-NL" dirty="0">
                <a:solidFill>
                  <a:srgbClr val="00FF00"/>
                </a:solidFill>
                <a:latin typeface="Courier New" pitchFamily="49"/>
                <a:cs typeface="Courier New" pitchFamily="49"/>
              </a:rPr>
              <a:t>Perform specific actions before or after processing or serving response</a:t>
            </a:r>
          </a:p>
          <a:p>
            <a:pPr lvl="0">
              <a:buFont typeface="Courier New" pitchFamily="49"/>
              <a:buChar char="_"/>
            </a:pPr>
            <a:endParaRPr lang="nl-NL" dirty="0">
              <a:solidFill>
                <a:srgbClr val="00FF00"/>
              </a:solidFill>
              <a:latin typeface="Courier New" pitchFamily="49"/>
              <a:cs typeface="Courier New" pitchFamily="49"/>
            </a:endParaRPr>
          </a:p>
          <a:p>
            <a:pPr lvl="0">
              <a:buFont typeface="Courier New" pitchFamily="49"/>
              <a:buChar char="_"/>
            </a:pPr>
            <a:r>
              <a:rPr lang="nl-NL" dirty="0">
                <a:solidFill>
                  <a:srgbClr val="00FF00"/>
                </a:solidFill>
                <a:latin typeface="Courier New" pitchFamily="49"/>
                <a:cs typeface="Courier New" pitchFamily="49"/>
              </a:rPr>
              <a:t>Logging, writing to database, …</a:t>
            </a:r>
          </a:p>
          <a:p>
            <a:pPr lvl="0">
              <a:buFont typeface="Courier New" pitchFamily="49"/>
              <a:buChar char="_"/>
            </a:pPr>
            <a:endParaRPr lang="nl-NL" dirty="0">
              <a:solidFill>
                <a:srgbClr val="00FF00"/>
              </a:solidFill>
              <a:latin typeface="Courier New" pitchFamily="49"/>
              <a:cs typeface="Courier New" pitchFamily="49"/>
            </a:endParaRPr>
          </a:p>
          <a:p>
            <a:pPr lvl="0">
              <a:buFont typeface="Courier New" pitchFamily="49"/>
              <a:buChar char="_"/>
            </a:pPr>
            <a:r>
              <a:rPr lang="nl-NL" dirty="0">
                <a:solidFill>
                  <a:srgbClr val="00FF00"/>
                </a:solidFill>
                <a:latin typeface="Courier New" pitchFamily="49"/>
                <a:cs typeface="Courier New" pitchFamily="49"/>
              </a:rPr>
              <a:t>Extend ServeEventListener class</a:t>
            </a:r>
          </a:p>
          <a:p>
            <a:pPr lvl="1">
              <a:buFont typeface="Courier New" pitchFamily="49"/>
              <a:buChar char="_"/>
            </a:pPr>
            <a:endParaRPr lang="nl-NL" dirty="0">
              <a:solidFill>
                <a:srgbClr val="00FF00"/>
              </a:solidFill>
              <a:latin typeface="Courier New" pitchFamily="49"/>
              <a:cs typeface="Courier New" pitchFamily="49"/>
            </a:endParaRPr>
          </a:p>
          <a:p>
            <a:pPr lvl="0">
              <a:buFont typeface="Courier New" pitchFamily="49"/>
              <a:buChar char="_"/>
            </a:pPr>
            <a:endParaRPr lang="nl-NL" dirty="0">
              <a:solidFill>
                <a:srgbClr val="00FF00"/>
              </a:solidFill>
              <a:latin typeface="Courier New" pitchFamily="49"/>
              <a:cs typeface="Courier New" pitchFamily="49"/>
            </a:endParaRPr>
          </a:p>
          <a:p>
            <a:pPr lvl="0">
              <a:buFont typeface="Courier New" pitchFamily="49"/>
              <a:buChar char="_"/>
            </a:pPr>
            <a:endParaRPr lang="nl-NL" dirty="0">
              <a:solidFill>
                <a:srgbClr val="00FF00"/>
              </a:solidFill>
              <a:latin typeface="Courier New" pitchFamily="49"/>
              <a:cs typeface="Courier New" pitchFamily="49"/>
            </a:endParaRPr>
          </a:p>
          <a:p>
            <a:pPr lvl="0">
              <a:buFont typeface="Courier New" pitchFamily="49"/>
              <a:buChar char="_"/>
            </a:pPr>
            <a:endParaRPr lang="nl-NL" dirty="0">
              <a:solidFill>
                <a:srgbClr val="00FF00"/>
              </a:solidFill>
              <a:latin typeface="Courier New" pitchFamily="49"/>
              <a:cs typeface="Courier New" pitchFamily="49"/>
            </a:endParaRPr>
          </a:p>
          <a:p>
            <a:pPr lvl="0">
              <a:buFont typeface="Courier New" pitchFamily="49"/>
              <a:buChar char="_"/>
            </a:pPr>
            <a:endParaRPr lang="nl-NL" dirty="0">
              <a:solidFill>
                <a:srgbClr val="00FF00"/>
              </a:solidFill>
              <a:latin typeface="Courier New" pitchFamily="49"/>
              <a:cs typeface="Courier New" pitchFamily="49"/>
            </a:endParaRPr>
          </a:p>
          <a:p>
            <a:pPr lvl="0">
              <a:buFont typeface="Courier New" pitchFamily="49"/>
              <a:buChar char="_"/>
            </a:pPr>
            <a:endParaRPr lang="nl-NL" dirty="0">
              <a:solidFill>
                <a:srgbClr val="00FF00"/>
              </a:solidFill>
              <a:latin typeface="Courier New" pitchFamily="49"/>
              <a:cs typeface="Courier New" pitchFamily="49"/>
            </a:endParaRPr>
          </a:p>
          <a:p>
            <a:pPr lvl="0">
              <a:buFont typeface="Courier New" pitchFamily="49"/>
              <a:buChar char="_"/>
            </a:pPr>
            <a:endParaRPr lang="nl-NL" dirty="0">
              <a:solidFill>
                <a:srgbClr val="00FF00"/>
              </a:solidFill>
              <a:latin typeface="Courier New" pitchFamily="49"/>
              <a:cs typeface="Courier New" pitchFamily="49"/>
            </a:endParaRPr>
          </a:p>
        </p:txBody>
      </p:sp>
    </p:spTree>
    <p:extLst>
      <p:ext uri="{BB962C8B-B14F-4D97-AF65-F5344CB8AC3E}">
        <p14:creationId xmlns:p14="http://schemas.microsoft.com/office/powerpoint/2010/main" val="4038628329"/>
      </p:ext>
    </p:extLst>
  </p:cSld>
  <p:clrMapOvr>
    <a:masterClrMapping/>
  </p:clrMapOvr>
</p:sld>
</file>

<file path=ppt/slides/slide7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Picture 8" descr="A screen shot of a computer program&#10;&#10;AI-generated content may be incorrect.">
            <a:extLst>
              <a:ext uri="{FF2B5EF4-FFF2-40B4-BE49-F238E27FC236}">
                <a16:creationId xmlns:a16="http://schemas.microsoft.com/office/drawing/2014/main" id="{18B67552-B557-4B25-7EDF-BAB9CB29184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0005" y="775848"/>
            <a:ext cx="9026790" cy="601786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285D9D1D-CF0E-444D-BF61-6E6E92619F56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838200" y="0"/>
            <a:ext cx="10515600" cy="775848"/>
          </a:xfrm>
        </p:spPr>
        <p:txBody>
          <a:bodyPr/>
          <a:lstStyle/>
          <a:p>
            <a:pPr lvl="0"/>
            <a:r>
              <a:rPr lang="nl-NL" dirty="0">
                <a:solidFill>
                  <a:srgbClr val="00FF00"/>
                </a:solidFill>
                <a:latin typeface="Courier New" pitchFamily="49"/>
                <a:cs typeface="Courier New" pitchFamily="49"/>
              </a:rPr>
              <a:t>ServeEvent listener – build</a:t>
            </a:r>
          </a:p>
        </p:txBody>
      </p:sp>
      <p:sp>
        <p:nvSpPr>
          <p:cNvPr id="5" name="Ovaal 4">
            <a:extLst>
              <a:ext uri="{FF2B5EF4-FFF2-40B4-BE49-F238E27FC236}">
                <a16:creationId xmlns:a16="http://schemas.microsoft.com/office/drawing/2014/main" id="{035F02C8-2A31-4C29-BACB-7FA72A8CA3C5}"/>
              </a:ext>
            </a:extLst>
          </p:cNvPr>
          <p:cNvSpPr/>
          <p:nvPr/>
        </p:nvSpPr>
        <p:spPr>
          <a:xfrm>
            <a:off x="1737540" y="1917476"/>
            <a:ext cx="3481823" cy="383823"/>
          </a:xfrm>
          <a:prstGeom prst="ellipse">
            <a:avLst/>
          </a:prstGeom>
          <a:noFill/>
          <a:ln w="38100">
            <a:solidFill>
              <a:srgbClr val="00FF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NL"/>
          </a:p>
        </p:txBody>
      </p:sp>
      <p:sp>
        <p:nvSpPr>
          <p:cNvPr id="6" name="Ovaal 5">
            <a:extLst>
              <a:ext uri="{FF2B5EF4-FFF2-40B4-BE49-F238E27FC236}">
                <a16:creationId xmlns:a16="http://schemas.microsoft.com/office/drawing/2014/main" id="{B40A8178-9C83-4D03-A890-BF0B1AF95A84}"/>
              </a:ext>
            </a:extLst>
          </p:cNvPr>
          <p:cNvSpPr/>
          <p:nvPr/>
        </p:nvSpPr>
        <p:spPr>
          <a:xfrm>
            <a:off x="2820703" y="4634991"/>
            <a:ext cx="1635760" cy="383823"/>
          </a:xfrm>
          <a:prstGeom prst="ellipse">
            <a:avLst/>
          </a:prstGeom>
          <a:noFill/>
          <a:ln w="38100">
            <a:solidFill>
              <a:srgbClr val="00FF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NL"/>
          </a:p>
        </p:txBody>
      </p:sp>
      <p:sp>
        <p:nvSpPr>
          <p:cNvPr id="7" name="Tekstvak 6">
            <a:extLst>
              <a:ext uri="{FF2B5EF4-FFF2-40B4-BE49-F238E27FC236}">
                <a16:creationId xmlns:a16="http://schemas.microsoft.com/office/drawing/2014/main" id="{83E9EA3D-304A-41FF-B9BD-21137DB8017F}"/>
              </a:ext>
            </a:extLst>
          </p:cNvPr>
          <p:cNvSpPr txBox="1"/>
          <p:nvPr/>
        </p:nvSpPr>
        <p:spPr>
          <a:xfrm>
            <a:off x="4066292" y="3608352"/>
            <a:ext cx="5449941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rgbClr val="00FF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This implements the action to execute after serving a response has completed</a:t>
            </a:r>
            <a:endParaRPr lang="en-NL" dirty="0">
              <a:solidFill>
                <a:srgbClr val="00FF00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93122776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  <p:bldP spid="6" grpId="0" animBg="1"/>
      <p:bldP spid="7" grpId="0"/>
    </p:bldLst>
  </p:timing>
</p:sld>
</file>

<file path=ppt/slides/slide7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" name="Picture 11" descr="A computer screen with text and images&#10;&#10;AI-generated content may be incorrect.">
            <a:extLst>
              <a:ext uri="{FF2B5EF4-FFF2-40B4-BE49-F238E27FC236}">
                <a16:creationId xmlns:a16="http://schemas.microsoft.com/office/drawing/2014/main" id="{16D95E70-F430-DFD8-9B0C-1F28C79F7D3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6617" y="2670232"/>
            <a:ext cx="11991969" cy="3997323"/>
          </a:xfrm>
          <a:prstGeom prst="rect">
            <a:avLst/>
          </a:prstGeom>
        </p:spPr>
      </p:pic>
      <p:pic>
        <p:nvPicPr>
          <p:cNvPr id="5" name="Picture 4" descr="A screen shot of a computer code&#10;&#10;AI-generated content may be incorrect.">
            <a:extLst>
              <a:ext uri="{FF2B5EF4-FFF2-40B4-BE49-F238E27FC236}">
                <a16:creationId xmlns:a16="http://schemas.microsoft.com/office/drawing/2014/main" id="{90FAAC77-0C59-08E7-B60C-CF99860E56C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6617" y="798410"/>
            <a:ext cx="6792132" cy="1698033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285D9D1D-CF0E-444D-BF61-6E6E92619F56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834526" y="1"/>
            <a:ext cx="10515600" cy="798410"/>
          </a:xfrm>
        </p:spPr>
        <p:txBody>
          <a:bodyPr/>
          <a:lstStyle/>
          <a:p>
            <a:pPr lvl="0"/>
            <a:r>
              <a:rPr lang="nl-NL" dirty="0">
                <a:solidFill>
                  <a:srgbClr val="00FF00"/>
                </a:solidFill>
                <a:latin typeface="Courier New" pitchFamily="49"/>
                <a:cs typeface="Courier New" pitchFamily="49"/>
              </a:rPr>
              <a:t>ServeEvent listener – use</a:t>
            </a:r>
          </a:p>
        </p:txBody>
      </p:sp>
      <p:sp>
        <p:nvSpPr>
          <p:cNvPr id="6" name="Ovaal 5">
            <a:extLst>
              <a:ext uri="{FF2B5EF4-FFF2-40B4-BE49-F238E27FC236}">
                <a16:creationId xmlns:a16="http://schemas.microsoft.com/office/drawing/2014/main" id="{2857BA35-19FC-4591-A00B-622B42B58C36}"/>
              </a:ext>
            </a:extLst>
          </p:cNvPr>
          <p:cNvSpPr/>
          <p:nvPr/>
        </p:nvSpPr>
        <p:spPr>
          <a:xfrm>
            <a:off x="1497027" y="1845351"/>
            <a:ext cx="3759534" cy="367455"/>
          </a:xfrm>
          <a:prstGeom prst="ellipse">
            <a:avLst/>
          </a:prstGeom>
          <a:noFill/>
          <a:ln w="38100">
            <a:solidFill>
              <a:srgbClr val="00FF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NL"/>
          </a:p>
        </p:txBody>
      </p:sp>
      <p:sp>
        <p:nvSpPr>
          <p:cNvPr id="7" name="Tekstvak 6">
            <a:extLst>
              <a:ext uri="{FF2B5EF4-FFF2-40B4-BE49-F238E27FC236}">
                <a16:creationId xmlns:a16="http://schemas.microsoft.com/office/drawing/2014/main" id="{10CE2DE2-D326-4123-B1FD-2DF65FFFA076}"/>
              </a:ext>
            </a:extLst>
          </p:cNvPr>
          <p:cNvSpPr txBox="1"/>
          <p:nvPr/>
        </p:nvSpPr>
        <p:spPr>
          <a:xfrm>
            <a:off x="5673081" y="1861902"/>
            <a:ext cx="3657600" cy="38382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rgbClr val="00FF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Register the extension</a:t>
            </a:r>
            <a:endParaRPr lang="en-NL" dirty="0">
              <a:solidFill>
                <a:srgbClr val="00FF00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9" name="Ovaal 8">
            <a:extLst>
              <a:ext uri="{FF2B5EF4-FFF2-40B4-BE49-F238E27FC236}">
                <a16:creationId xmlns:a16="http://schemas.microsoft.com/office/drawing/2014/main" id="{DA5CFD04-7428-46A3-8B1D-A7CEA4D97C6B}"/>
              </a:ext>
            </a:extLst>
          </p:cNvPr>
          <p:cNvSpPr/>
          <p:nvPr/>
        </p:nvSpPr>
        <p:spPr>
          <a:xfrm>
            <a:off x="1497026" y="4960418"/>
            <a:ext cx="10581559" cy="534073"/>
          </a:xfrm>
          <a:prstGeom prst="ellipse">
            <a:avLst/>
          </a:prstGeom>
          <a:noFill/>
          <a:ln w="38100">
            <a:solidFill>
              <a:srgbClr val="00FF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NL"/>
          </a:p>
        </p:txBody>
      </p:sp>
      <p:sp>
        <p:nvSpPr>
          <p:cNvPr id="10" name="Tekstvak 9">
            <a:extLst>
              <a:ext uri="{FF2B5EF4-FFF2-40B4-BE49-F238E27FC236}">
                <a16:creationId xmlns:a16="http://schemas.microsoft.com/office/drawing/2014/main" id="{B2C9A1E0-86E9-4F45-9ABA-CC6941A82555}"/>
              </a:ext>
            </a:extLst>
          </p:cNvPr>
          <p:cNvSpPr txBox="1"/>
          <p:nvPr/>
        </p:nvSpPr>
        <p:spPr>
          <a:xfrm>
            <a:off x="8105396" y="3335582"/>
            <a:ext cx="3657600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rgbClr val="00FF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Add the </a:t>
            </a:r>
            <a:r>
              <a:rPr lang="en-US" dirty="0" err="1">
                <a:solidFill>
                  <a:srgbClr val="00FF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ServeEvent</a:t>
            </a:r>
            <a:r>
              <a:rPr lang="en-US" dirty="0">
                <a:solidFill>
                  <a:srgbClr val="00FF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listener to the stub definition and supply the desired parameter value</a:t>
            </a:r>
            <a:endParaRPr lang="en-NL" dirty="0">
              <a:solidFill>
                <a:srgbClr val="00FF00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51651475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nimBg="1"/>
      <p:bldP spid="7" grpId="0"/>
      <p:bldP spid="9" grpId="0" animBg="1"/>
      <p:bldP spid="10" grpId="0"/>
    </p:bldLst>
  </p:timing>
</p:sld>
</file>

<file path=ppt/slides/slide7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0B4D458-4D33-4286-AFEF-1B613A4DDEAA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838200" y="111129"/>
            <a:ext cx="10515600" cy="721991"/>
          </a:xfrm>
        </p:spPr>
        <p:txBody>
          <a:bodyPr/>
          <a:lstStyle/>
          <a:p>
            <a:pPr lvl="0"/>
            <a:r>
              <a:rPr lang="nl-NL">
                <a:solidFill>
                  <a:srgbClr val="00FF00"/>
                </a:solidFill>
                <a:latin typeface="Courier New" pitchFamily="49"/>
                <a:cs typeface="Courier New" pitchFamily="49"/>
              </a:rPr>
              <a:t>Now it’s your turn!</a:t>
            </a:r>
            <a:endParaRPr lang="nl-NL" dirty="0">
              <a:solidFill>
                <a:srgbClr val="00FF00"/>
              </a:solidFill>
              <a:latin typeface="Courier New" pitchFamily="49"/>
              <a:cs typeface="Courier New" pitchFamily="49"/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A05396D-29B9-41A6-9997-E363A9EA5C37}"/>
              </a:ext>
            </a:extLst>
          </p:cNvPr>
          <p:cNvSpPr txBox="1">
            <a:spLocks noGrp="1"/>
          </p:cNvSpPr>
          <p:nvPr>
            <p:ph idx="1"/>
          </p:nvPr>
        </p:nvSpPr>
        <p:spPr>
          <a:xfrm>
            <a:off x="838200" y="1307466"/>
            <a:ext cx="10977877" cy="5439405"/>
          </a:xfrm>
        </p:spPr>
        <p:txBody>
          <a:bodyPr>
            <a:normAutofit fontScale="92500" lnSpcReduction="20000"/>
          </a:bodyPr>
          <a:lstStyle/>
          <a:p>
            <a:pPr lvl="0">
              <a:buFont typeface="Courier New" pitchFamily="49"/>
              <a:buChar char="_"/>
            </a:pPr>
            <a:r>
              <a:rPr lang="nl-NL" dirty="0">
                <a:solidFill>
                  <a:srgbClr val="00FF00"/>
                </a:solidFill>
                <a:latin typeface="Courier New" pitchFamily="49"/>
                <a:cs typeface="Courier New" pitchFamily="49"/>
              </a:rPr>
              <a:t>exercises &gt; extensions &gt; LogRequestWithTimestamp.java</a:t>
            </a:r>
          </a:p>
          <a:p>
            <a:pPr lvl="0">
              <a:buFont typeface="Courier New" pitchFamily="49"/>
              <a:buChar char="_"/>
            </a:pPr>
            <a:endParaRPr lang="nl-NL" dirty="0">
              <a:solidFill>
                <a:srgbClr val="00FF00"/>
              </a:solidFill>
              <a:latin typeface="Courier New" pitchFamily="49"/>
              <a:cs typeface="Courier New" pitchFamily="49"/>
            </a:endParaRPr>
          </a:p>
          <a:p>
            <a:pPr lvl="0">
              <a:buFont typeface="Courier New" pitchFamily="49"/>
              <a:buChar char="_"/>
            </a:pPr>
            <a:r>
              <a:rPr lang="nl-NL" dirty="0">
                <a:solidFill>
                  <a:srgbClr val="00FF00"/>
                </a:solidFill>
                <a:latin typeface="Courier New" pitchFamily="49"/>
                <a:cs typeface="Courier New" pitchFamily="49"/>
              </a:rPr>
              <a:t>Implement a ServeEvent listener that prints a log message containing the current date and time in the requested format to the console</a:t>
            </a:r>
          </a:p>
          <a:p>
            <a:pPr lvl="0">
              <a:buFont typeface="Courier New" pitchFamily="49"/>
              <a:buChar char="_"/>
            </a:pPr>
            <a:endParaRPr lang="nl-NL" dirty="0">
              <a:solidFill>
                <a:srgbClr val="00FF00"/>
              </a:solidFill>
              <a:latin typeface="Courier New" pitchFamily="49"/>
              <a:cs typeface="Courier New" pitchFamily="49"/>
            </a:endParaRPr>
          </a:p>
          <a:p>
            <a:pPr lvl="0">
              <a:buFont typeface="Courier New" pitchFamily="49"/>
              <a:buChar char="_"/>
            </a:pPr>
            <a:r>
              <a:rPr lang="nl-NL" dirty="0">
                <a:solidFill>
                  <a:srgbClr val="00FF00"/>
                </a:solidFill>
                <a:latin typeface="Courier New" pitchFamily="49"/>
                <a:cs typeface="Courier New" pitchFamily="49"/>
              </a:rPr>
              <a:t>Configure and call the listener in exercises &gt; WireMockExercises7dot3Test.java</a:t>
            </a:r>
          </a:p>
          <a:p>
            <a:pPr lvl="0">
              <a:buFont typeface="Courier New" pitchFamily="49"/>
              <a:buChar char="_"/>
            </a:pPr>
            <a:endParaRPr lang="nl-NL" dirty="0">
              <a:solidFill>
                <a:srgbClr val="00FF00"/>
              </a:solidFill>
              <a:latin typeface="Courier New" pitchFamily="49"/>
              <a:cs typeface="Courier New" pitchFamily="49"/>
            </a:endParaRPr>
          </a:p>
          <a:p>
            <a:pPr lvl="0">
              <a:buFont typeface="Courier New" pitchFamily="49"/>
              <a:buChar char="_"/>
            </a:pPr>
            <a:r>
              <a:rPr lang="nl-NL" dirty="0">
                <a:solidFill>
                  <a:srgbClr val="00FF00"/>
                </a:solidFill>
                <a:latin typeface="Courier New" pitchFamily="49"/>
                <a:cs typeface="Courier New" pitchFamily="49"/>
              </a:rPr>
              <a:t>Answers are in answers &gt; extensions &gt; LogRequestWithTimestamp.java</a:t>
            </a:r>
          </a:p>
          <a:p>
            <a:pPr lvl="0">
              <a:buFont typeface="Courier New" pitchFamily="49"/>
              <a:buChar char="_"/>
            </a:pPr>
            <a:endParaRPr lang="nl-NL" dirty="0">
              <a:solidFill>
                <a:srgbClr val="00FF00"/>
              </a:solidFill>
              <a:latin typeface="Courier New" pitchFamily="49"/>
              <a:cs typeface="Courier New" pitchFamily="49"/>
            </a:endParaRPr>
          </a:p>
          <a:p>
            <a:pPr lvl="0">
              <a:buFont typeface="Courier New" pitchFamily="49"/>
              <a:buChar char="_"/>
            </a:pPr>
            <a:r>
              <a:rPr lang="nl-NL" dirty="0">
                <a:solidFill>
                  <a:srgbClr val="00FF00"/>
                </a:solidFill>
                <a:latin typeface="Courier New" pitchFamily="49"/>
                <a:cs typeface="Courier New" pitchFamily="49"/>
              </a:rPr>
              <a:t>Examples are in examples &gt; extensions &gt; DatabaseWriter.java</a:t>
            </a:r>
          </a:p>
          <a:p>
            <a:pPr lvl="0">
              <a:buFont typeface="Courier New" pitchFamily="49"/>
              <a:buChar char="_"/>
            </a:pPr>
            <a:endParaRPr lang="nl-NL" dirty="0">
              <a:solidFill>
                <a:srgbClr val="00FF00"/>
              </a:solidFill>
              <a:latin typeface="Courier New" pitchFamily="49"/>
              <a:cs typeface="Courier New" pitchFamily="49"/>
            </a:endParaRPr>
          </a:p>
          <a:p>
            <a:pPr lvl="0">
              <a:buFont typeface="Courier New" pitchFamily="49"/>
              <a:buChar char="_"/>
            </a:pPr>
            <a:endParaRPr lang="nl-NL" dirty="0">
              <a:solidFill>
                <a:srgbClr val="00FF00"/>
              </a:solidFill>
              <a:latin typeface="Courier New" pitchFamily="49"/>
              <a:cs typeface="Courier New" pitchFamily="49"/>
            </a:endParaRPr>
          </a:p>
          <a:p>
            <a:pPr lvl="0">
              <a:buFont typeface="Courier New" pitchFamily="49"/>
              <a:buChar char="_"/>
            </a:pPr>
            <a:endParaRPr lang="nl-NL" dirty="0">
              <a:solidFill>
                <a:srgbClr val="00FF00"/>
              </a:solidFill>
              <a:latin typeface="Courier New" pitchFamily="49"/>
              <a:cs typeface="Courier New" pitchFamily="49"/>
            </a:endParaRPr>
          </a:p>
          <a:p>
            <a:pPr lvl="0">
              <a:buFont typeface="Courier New" pitchFamily="49"/>
              <a:buChar char="_"/>
            </a:pPr>
            <a:endParaRPr lang="nl-NL" dirty="0">
              <a:solidFill>
                <a:srgbClr val="00FF00"/>
              </a:solidFill>
              <a:latin typeface="Courier New" pitchFamily="49"/>
              <a:cs typeface="Courier New" pitchFamily="49"/>
            </a:endParaRPr>
          </a:p>
          <a:p>
            <a:pPr lvl="0">
              <a:buFont typeface="Courier New" pitchFamily="49"/>
              <a:buChar char="_"/>
            </a:pPr>
            <a:endParaRPr lang="nl-NL" dirty="0">
              <a:solidFill>
                <a:srgbClr val="00FF00"/>
              </a:solidFill>
              <a:latin typeface="Courier New" pitchFamily="49"/>
              <a:cs typeface="Courier New" pitchFamily="49"/>
            </a:endParaRPr>
          </a:p>
        </p:txBody>
      </p:sp>
    </p:spTree>
    <p:extLst>
      <p:ext uri="{BB962C8B-B14F-4D97-AF65-F5344CB8AC3E}">
        <p14:creationId xmlns:p14="http://schemas.microsoft.com/office/powerpoint/2010/main" val="3543610991"/>
      </p:ext>
    </p:extLst>
  </p:cSld>
  <p:clrMapOvr>
    <a:masterClrMapping/>
  </p:clrMapOvr>
</p:sld>
</file>

<file path=ppt/slides/slide8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365125"/>
            <a:ext cx="12192000" cy="6063107"/>
          </a:xfrm>
        </p:spPr>
        <p:txBody>
          <a:bodyPr>
            <a:normAutofit/>
          </a:bodyPr>
          <a:lstStyle/>
          <a:p>
            <a:pPr algn="ctr"/>
            <a:r>
              <a:rPr lang="nl-NL" sz="6000">
                <a:solidFill>
                  <a:srgbClr val="00FF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https://wiremock.org/docs</a:t>
            </a:r>
            <a:br>
              <a:rPr lang="nl-NL" sz="6000">
                <a:solidFill>
                  <a:srgbClr val="00FF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nl-NL" sz="6000">
                <a:solidFill>
                  <a:srgbClr val="00FF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/extending-wiremock/</a:t>
            </a:r>
          </a:p>
        </p:txBody>
      </p:sp>
    </p:spTree>
    <p:extLst>
      <p:ext uri="{BB962C8B-B14F-4D97-AF65-F5344CB8AC3E}">
        <p14:creationId xmlns:p14="http://schemas.microsoft.com/office/powerpoint/2010/main" val="2396040929"/>
      </p:ext>
    </p:extLst>
  </p:cSld>
  <p:clrMapOvr>
    <a:masterClrMapping/>
  </p:clrMapOvr>
</p:sld>
</file>

<file path=ppt/slides/slide8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" y="2267636"/>
            <a:ext cx="12191998" cy="2369662"/>
          </a:xfrm>
        </p:spPr>
        <p:txBody>
          <a:bodyPr>
            <a:noAutofit/>
          </a:bodyPr>
          <a:lstStyle/>
          <a:p>
            <a:pPr algn="ctr"/>
            <a:r>
              <a:rPr lang="nl-NL" sz="6500">
                <a:solidFill>
                  <a:srgbClr val="00FF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Appendix A:</a:t>
            </a:r>
            <a:br>
              <a:rPr lang="nl-NL" sz="6500">
                <a:solidFill>
                  <a:srgbClr val="00FF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br>
              <a:rPr lang="nl-NL" sz="6500">
                <a:solidFill>
                  <a:srgbClr val="00FF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nl-NL" sz="6500">
                <a:solidFill>
                  <a:srgbClr val="00FF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JSON equivalents for</a:t>
            </a:r>
            <a:br>
              <a:rPr lang="nl-NL" sz="6500">
                <a:solidFill>
                  <a:srgbClr val="00FF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nl-NL" sz="6500">
                <a:solidFill>
                  <a:srgbClr val="00FF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the Java examples</a:t>
            </a:r>
            <a:endParaRPr lang="nl-NL" sz="6500" dirty="0">
              <a:solidFill>
                <a:srgbClr val="00FF00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735981603"/>
      </p:ext>
    </p:extLst>
  </p:cSld>
  <p:clrMapOvr>
    <a:masterClrMapping/>
  </p:clrMapOvr>
</p:sld>
</file>

<file path=ppt/slides/slide8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Afbeelding 2">
            <a:extLst>
              <a:ext uri="{FF2B5EF4-FFF2-40B4-BE49-F238E27FC236}">
                <a16:creationId xmlns:a16="http://schemas.microsoft.com/office/drawing/2014/main" id="{4FF12610-E479-4F8E-B092-8E5F50B0233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77456" y="1687659"/>
            <a:ext cx="8037088" cy="5002337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C1A374F2-CF67-4790-A38E-580019436329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839784" y="365129"/>
            <a:ext cx="11170706" cy="1325559"/>
          </a:xfrm>
        </p:spPr>
        <p:txBody>
          <a:bodyPr/>
          <a:lstStyle/>
          <a:p>
            <a:pPr lvl="0"/>
            <a:r>
              <a:rPr lang="nl-NL">
                <a:solidFill>
                  <a:srgbClr val="00FF00"/>
                </a:solidFill>
                <a:latin typeface="Courier New" pitchFamily="49"/>
                <a:cs typeface="Courier New" pitchFamily="49"/>
              </a:rPr>
              <a:t>Our Hello world! mock</a:t>
            </a:r>
          </a:p>
        </p:txBody>
      </p:sp>
    </p:spTree>
    <p:extLst>
      <p:ext uri="{BB962C8B-B14F-4D97-AF65-F5344CB8AC3E}">
        <p14:creationId xmlns:p14="http://schemas.microsoft.com/office/powerpoint/2010/main" val="3812535586"/>
      </p:ext>
    </p:extLst>
  </p:cSld>
  <p:clrMapOvr>
    <a:masterClrMapping/>
  </p:clrMapOvr>
</p:sld>
</file>

<file path=ppt/slides/slide8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60AB88C-4D40-48F4-8943-8E8569F64C96}"/>
              </a:ext>
            </a:extLst>
          </p:cNvPr>
          <p:cNvSpPr txBox="1">
            <a:spLocks noGrp="1"/>
          </p:cNvSpPr>
          <p:nvPr>
            <p:ph type="title"/>
          </p:nvPr>
        </p:nvSpPr>
        <p:spPr/>
        <p:txBody>
          <a:bodyPr/>
          <a:lstStyle/>
          <a:p>
            <a:pPr lvl="0"/>
            <a:r>
              <a:rPr lang="nl-NL">
                <a:solidFill>
                  <a:srgbClr val="00FF00"/>
                </a:solidFill>
                <a:latin typeface="Courier New" pitchFamily="49"/>
                <a:cs typeface="Courier New" pitchFamily="49"/>
              </a:rPr>
              <a:t>URL matching</a:t>
            </a:r>
          </a:p>
        </p:txBody>
      </p:sp>
      <p:pic>
        <p:nvPicPr>
          <p:cNvPr id="5" name="Afbeelding 4">
            <a:extLst>
              <a:ext uri="{FF2B5EF4-FFF2-40B4-BE49-F238E27FC236}">
                <a16:creationId xmlns:a16="http://schemas.microsoft.com/office/drawing/2014/main" id="{0968EE5E-6C7B-4FB9-B940-F100988A851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85877" y="1690688"/>
            <a:ext cx="6420245" cy="484367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85711406"/>
      </p:ext>
    </p:extLst>
  </p:cSld>
  <p:clrMapOvr>
    <a:masterClrMapping/>
  </p:clrMapOvr>
</p:sld>
</file>

<file path=ppt/slides/slide8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BB1D095-CCA6-4058-955D-1DADDCCFA1A1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838202" y="365129"/>
            <a:ext cx="10894885" cy="1325559"/>
          </a:xfrm>
        </p:spPr>
        <p:txBody>
          <a:bodyPr/>
          <a:lstStyle/>
          <a:p>
            <a:pPr lvl="0"/>
            <a:r>
              <a:rPr lang="nl-NL">
                <a:solidFill>
                  <a:srgbClr val="00FF00"/>
                </a:solidFill>
                <a:latin typeface="Courier New" pitchFamily="49"/>
                <a:cs typeface="Courier New" pitchFamily="49"/>
              </a:rPr>
              <a:t>Request header matching</a:t>
            </a:r>
          </a:p>
        </p:txBody>
      </p:sp>
      <p:pic>
        <p:nvPicPr>
          <p:cNvPr id="7" name="Afbeelding 6">
            <a:extLst>
              <a:ext uri="{FF2B5EF4-FFF2-40B4-BE49-F238E27FC236}">
                <a16:creationId xmlns:a16="http://schemas.microsoft.com/office/drawing/2014/main" id="{61833F9B-3636-4100-908D-99CC320145A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952402" y="1690688"/>
            <a:ext cx="6287196" cy="505801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93077321"/>
      </p:ext>
    </p:extLst>
  </p:cSld>
  <p:clrMapOvr>
    <a:masterClrMapping/>
  </p:clrMapOvr>
</p:sld>
</file>

<file path=ppt/slides/slide8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90058B7-80F4-4C70-9BC2-22C1D67B2E9A}"/>
              </a:ext>
            </a:extLst>
          </p:cNvPr>
          <p:cNvSpPr txBox="1">
            <a:spLocks noGrp="1"/>
          </p:cNvSpPr>
          <p:nvPr>
            <p:ph type="title"/>
          </p:nvPr>
        </p:nvSpPr>
        <p:spPr/>
        <p:txBody>
          <a:bodyPr/>
          <a:lstStyle/>
          <a:p>
            <a:pPr lvl="0"/>
            <a:r>
              <a:rPr lang="nl-NL">
                <a:solidFill>
                  <a:srgbClr val="00FF00"/>
                </a:solidFill>
                <a:latin typeface="Courier New" pitchFamily="49"/>
                <a:cs typeface="Courier New" pitchFamily="49"/>
              </a:rPr>
              <a:t>Simulating a delay</a:t>
            </a:r>
          </a:p>
        </p:txBody>
      </p:sp>
      <p:pic>
        <p:nvPicPr>
          <p:cNvPr id="7" name="Afbeelding 6">
            <a:extLst>
              <a:ext uri="{FF2B5EF4-FFF2-40B4-BE49-F238E27FC236}">
                <a16:creationId xmlns:a16="http://schemas.microsoft.com/office/drawing/2014/main" id="{55619E0A-994C-46FA-B0DC-1D4199EFA74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21918" y="1690688"/>
            <a:ext cx="7348163" cy="440196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69656967"/>
      </p:ext>
    </p:extLst>
  </p:cSld>
  <p:clrMapOvr>
    <a:masterClrMapping/>
  </p:clrMapOvr>
</p:sld>
</file>

<file path=ppt/slides/slide8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533E8A6-631F-42C1-A468-436CC60BE397}"/>
              </a:ext>
            </a:extLst>
          </p:cNvPr>
          <p:cNvSpPr txBox="1">
            <a:spLocks noGrp="1"/>
          </p:cNvSpPr>
          <p:nvPr>
            <p:ph type="title"/>
          </p:nvPr>
        </p:nvSpPr>
        <p:spPr/>
        <p:txBody>
          <a:bodyPr/>
          <a:lstStyle/>
          <a:p>
            <a:pPr lvl="0"/>
            <a:r>
              <a:rPr lang="nl-NL">
                <a:solidFill>
                  <a:srgbClr val="00FF00"/>
                </a:solidFill>
                <a:latin typeface="Courier New" pitchFamily="49"/>
                <a:cs typeface="Courier New" pitchFamily="49"/>
              </a:rPr>
              <a:t>Returning a fault response</a:t>
            </a:r>
          </a:p>
        </p:txBody>
      </p:sp>
      <p:pic>
        <p:nvPicPr>
          <p:cNvPr id="7" name="Afbeelding 6">
            <a:extLst>
              <a:ext uri="{FF2B5EF4-FFF2-40B4-BE49-F238E27FC236}">
                <a16:creationId xmlns:a16="http://schemas.microsoft.com/office/drawing/2014/main" id="{FE52D9F8-A70C-42D0-A531-4838A2F534F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95048" y="1690688"/>
            <a:ext cx="8801903" cy="418963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53264924"/>
      </p:ext>
    </p:extLst>
  </p:cSld>
  <p:clrMapOvr>
    <a:masterClrMapping/>
  </p:clrMapOvr>
</p:sld>
</file>

<file path=ppt/slides/slide8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25E9389-73E7-4E18-B176-8DCF341E2EBE}"/>
              </a:ext>
            </a:extLst>
          </p:cNvPr>
          <p:cNvSpPr txBox="1">
            <a:spLocks noGrp="1"/>
          </p:cNvSpPr>
          <p:nvPr>
            <p:ph idx="1"/>
          </p:nvPr>
        </p:nvSpPr>
        <p:spPr/>
        <p:txBody>
          <a:bodyPr/>
          <a:lstStyle/>
          <a:p>
            <a:pPr marL="0" lvl="0" indent="0">
              <a:buNone/>
            </a:pPr>
            <a:endParaRPr lang="nl-NL">
              <a:solidFill>
                <a:srgbClr val="00FF00"/>
              </a:solidFill>
              <a:latin typeface="Courier New" pitchFamily="49"/>
              <a:cs typeface="Courier New" pitchFamily="49"/>
            </a:endParaRPr>
          </a:p>
          <a:p>
            <a:pPr lvl="0">
              <a:buFont typeface="Courier New" pitchFamily="49"/>
              <a:buChar char="_"/>
            </a:pPr>
            <a:endParaRPr lang="nl-NL">
              <a:solidFill>
                <a:srgbClr val="00FF00"/>
              </a:solidFill>
              <a:latin typeface="Courier New" pitchFamily="49"/>
              <a:cs typeface="Courier New" pitchFamily="49"/>
            </a:endParaRPr>
          </a:p>
          <a:p>
            <a:pPr lvl="0">
              <a:buFont typeface="Courier New" pitchFamily="49"/>
              <a:buChar char="_"/>
            </a:pPr>
            <a:endParaRPr lang="nl-NL">
              <a:solidFill>
                <a:srgbClr val="00FF00"/>
              </a:solidFill>
              <a:latin typeface="Courier New" pitchFamily="49"/>
              <a:cs typeface="Courier New" pitchFamily="49"/>
            </a:endParaRPr>
          </a:p>
          <a:p>
            <a:pPr lvl="0">
              <a:buFont typeface="Courier New" pitchFamily="49"/>
              <a:buChar char="_"/>
            </a:pPr>
            <a:endParaRPr lang="nl-NL">
              <a:solidFill>
                <a:srgbClr val="00FF00"/>
              </a:solidFill>
              <a:latin typeface="Courier New" pitchFamily="49"/>
              <a:cs typeface="Courier New" pitchFamily="49"/>
            </a:endParaRPr>
          </a:p>
          <a:p>
            <a:pPr lvl="0">
              <a:buFont typeface="Courier New" pitchFamily="49"/>
              <a:buChar char="_"/>
            </a:pPr>
            <a:endParaRPr lang="nl-NL">
              <a:solidFill>
                <a:srgbClr val="00FF00"/>
              </a:solidFill>
              <a:latin typeface="Courier New" pitchFamily="49"/>
              <a:cs typeface="Courier New" pitchFamily="49"/>
            </a:endParaRPr>
          </a:p>
          <a:p>
            <a:pPr lvl="0">
              <a:buFont typeface="Courier New" pitchFamily="49"/>
              <a:buChar char="_"/>
            </a:pPr>
            <a:endParaRPr lang="nl-NL">
              <a:solidFill>
                <a:srgbClr val="00FF00"/>
              </a:solidFill>
              <a:latin typeface="Courier New" pitchFamily="49"/>
              <a:cs typeface="Courier New" pitchFamily="49"/>
            </a:endParaRPr>
          </a:p>
        </p:txBody>
      </p:sp>
      <p:pic>
        <p:nvPicPr>
          <p:cNvPr id="5" name="Afbeelding 4">
            <a:extLst>
              <a:ext uri="{FF2B5EF4-FFF2-40B4-BE49-F238E27FC236}">
                <a16:creationId xmlns:a16="http://schemas.microsoft.com/office/drawing/2014/main" id="{A4A9BD8A-FAAD-451B-B947-E449428381C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02071" y="0"/>
            <a:ext cx="4894506" cy="6858000"/>
          </a:xfrm>
          <a:prstGeom prst="rect">
            <a:avLst/>
          </a:prstGeom>
        </p:spPr>
      </p:pic>
      <p:pic>
        <p:nvPicPr>
          <p:cNvPr id="8" name="Afbeelding 7">
            <a:extLst>
              <a:ext uri="{FF2B5EF4-FFF2-40B4-BE49-F238E27FC236}">
                <a16:creationId xmlns:a16="http://schemas.microsoft.com/office/drawing/2014/main" id="{9550B868-4D1B-4018-AAEA-0993E2A4B41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32709" y="1952625"/>
            <a:ext cx="5895975" cy="4905375"/>
          </a:xfrm>
          <a:prstGeom prst="rect">
            <a:avLst/>
          </a:prstGeom>
        </p:spPr>
      </p:pic>
      <p:sp>
        <p:nvSpPr>
          <p:cNvPr id="9" name="Title 1">
            <a:extLst>
              <a:ext uri="{FF2B5EF4-FFF2-40B4-BE49-F238E27FC236}">
                <a16:creationId xmlns:a16="http://schemas.microsoft.com/office/drawing/2014/main" id="{4800308E-8965-4E9C-97A9-26825675FDB7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5609689" y="365129"/>
            <a:ext cx="6482993" cy="1325559"/>
          </a:xfrm>
        </p:spPr>
        <p:txBody>
          <a:bodyPr/>
          <a:lstStyle/>
          <a:p>
            <a:pPr lvl="0"/>
            <a:r>
              <a:rPr lang="nl-NL">
                <a:solidFill>
                  <a:srgbClr val="00FF00"/>
                </a:solidFill>
                <a:latin typeface="Courier New" pitchFamily="49"/>
                <a:cs typeface="Courier New" pitchFamily="49"/>
              </a:rPr>
              <a:t>Creating a stateful mock</a:t>
            </a:r>
          </a:p>
        </p:txBody>
      </p:sp>
    </p:spTree>
    <p:extLst>
      <p:ext uri="{BB962C8B-B14F-4D97-AF65-F5344CB8AC3E}">
        <p14:creationId xmlns:p14="http://schemas.microsoft.com/office/powerpoint/2010/main" val="3173302777"/>
      </p:ext>
    </p:extLst>
  </p:cSld>
  <p:clrMapOvr>
    <a:masterClrMapping/>
  </p:clrMapOvr>
</p:sld>
</file>

<file path=ppt/slides/slide8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9F5B244-0AC6-4FDB-90B1-15F77C3031D0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838202" y="365129"/>
            <a:ext cx="11048997" cy="1325559"/>
          </a:xfrm>
        </p:spPr>
        <p:txBody>
          <a:bodyPr/>
          <a:lstStyle/>
          <a:p>
            <a:pPr lvl="0"/>
            <a:r>
              <a:rPr lang="nl-NL">
                <a:solidFill>
                  <a:srgbClr val="00FF00"/>
                </a:solidFill>
                <a:latin typeface="Courier New" pitchFamily="49"/>
                <a:cs typeface="Courier New" pitchFamily="49"/>
              </a:rPr>
              <a:t>Use response templating</a:t>
            </a:r>
            <a:endParaRPr lang="nl-NL" dirty="0">
              <a:solidFill>
                <a:srgbClr val="00FF00"/>
              </a:solidFill>
              <a:latin typeface="Courier New" pitchFamily="49"/>
              <a:cs typeface="Courier New" pitchFamily="49"/>
            </a:endParaRPr>
          </a:p>
        </p:txBody>
      </p:sp>
      <p:pic>
        <p:nvPicPr>
          <p:cNvPr id="8" name="Afbeelding 7">
            <a:extLst>
              <a:ext uri="{FF2B5EF4-FFF2-40B4-BE49-F238E27FC236}">
                <a16:creationId xmlns:a16="http://schemas.microsoft.com/office/drawing/2014/main" id="{6BF17D8C-A91E-4CAB-BA2B-B7CB279974F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85497" y="1690688"/>
            <a:ext cx="9621006" cy="412559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8791346"/>
      </p:ext>
    </p:extLst>
  </p:cSld>
  <p:clrMapOvr>
    <a:masterClrMapping/>
  </p:clrMapOvr>
</p:sld>
</file>

<file path=ppt/slides/slide8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9F5B244-0AC6-4FDB-90B1-15F77C3031D0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838202" y="365129"/>
            <a:ext cx="11048997" cy="1325559"/>
          </a:xfrm>
        </p:spPr>
        <p:txBody>
          <a:bodyPr/>
          <a:lstStyle/>
          <a:p>
            <a:pPr lvl="0"/>
            <a:r>
              <a:rPr lang="nl-NL">
                <a:solidFill>
                  <a:srgbClr val="00FF00"/>
                </a:solidFill>
                <a:latin typeface="Courier New" pitchFamily="49"/>
                <a:cs typeface="Courier New" pitchFamily="49"/>
              </a:rPr>
              <a:t>Use response templating</a:t>
            </a:r>
            <a:endParaRPr lang="nl-NL" dirty="0">
              <a:solidFill>
                <a:srgbClr val="00FF00"/>
              </a:solidFill>
              <a:latin typeface="Courier New" pitchFamily="49"/>
              <a:cs typeface="Courier New" pitchFamily="49"/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139C82B-AD86-4DD7-A5E8-FF4019CEF5E1}"/>
              </a:ext>
            </a:extLst>
          </p:cNvPr>
          <p:cNvSpPr txBox="1">
            <a:spLocks noGrp="1"/>
          </p:cNvSpPr>
          <p:nvPr>
            <p:ph idx="1"/>
          </p:nvPr>
        </p:nvSpPr>
        <p:spPr>
          <a:xfrm>
            <a:off x="838203" y="1825627"/>
            <a:ext cx="11143893" cy="4351336"/>
          </a:xfrm>
        </p:spPr>
        <p:txBody>
          <a:bodyPr/>
          <a:lstStyle/>
          <a:p>
            <a:pPr lvl="0">
              <a:buFont typeface="Courier New" pitchFamily="49"/>
              <a:buChar char="_"/>
            </a:pPr>
            <a:r>
              <a:rPr lang="nl-NL" dirty="0" err="1">
                <a:solidFill>
                  <a:srgbClr val="00FF00"/>
                </a:solidFill>
                <a:latin typeface="Courier New" pitchFamily="49"/>
                <a:cs typeface="Courier New" pitchFamily="49"/>
              </a:rPr>
              <a:t>When</a:t>
            </a:r>
            <a:r>
              <a:rPr lang="nl-NL" dirty="0">
                <a:solidFill>
                  <a:srgbClr val="00FF00"/>
                </a:solidFill>
                <a:latin typeface="Courier New" pitchFamily="49"/>
                <a:cs typeface="Courier New" pitchFamily="49"/>
              </a:rPr>
              <a:t> sent </a:t>
            </a:r>
            <a:r>
              <a:rPr lang="nl-NL" dirty="0" err="1">
                <a:solidFill>
                  <a:srgbClr val="00FF00"/>
                </a:solidFill>
                <a:latin typeface="Courier New" pitchFamily="49"/>
                <a:cs typeface="Courier New" pitchFamily="49"/>
              </a:rPr>
              <a:t>this</a:t>
            </a:r>
            <a:r>
              <a:rPr lang="nl-NL" dirty="0">
                <a:solidFill>
                  <a:srgbClr val="00FF00"/>
                </a:solidFill>
                <a:latin typeface="Courier New" pitchFamily="49"/>
                <a:cs typeface="Courier New" pitchFamily="49"/>
              </a:rPr>
              <a:t> JSON</a:t>
            </a:r>
          </a:p>
          <a:p>
            <a:pPr marL="0" lvl="0" indent="0">
              <a:buNone/>
            </a:pPr>
            <a:r>
              <a:rPr lang="nl-NL" dirty="0" err="1">
                <a:solidFill>
                  <a:srgbClr val="00FF00"/>
                </a:solidFill>
                <a:latin typeface="Courier New" pitchFamily="49"/>
                <a:cs typeface="Courier New" pitchFamily="49"/>
              </a:rPr>
              <a:t>request</a:t>
            </a:r>
            <a:r>
              <a:rPr lang="nl-NL" dirty="0">
                <a:solidFill>
                  <a:srgbClr val="00FF00"/>
                </a:solidFill>
                <a:latin typeface="Courier New" pitchFamily="49"/>
                <a:cs typeface="Courier New" pitchFamily="49"/>
              </a:rPr>
              <a:t> body:</a:t>
            </a:r>
          </a:p>
          <a:p>
            <a:pPr lvl="0">
              <a:buFont typeface="Courier New" pitchFamily="49"/>
              <a:buChar char="_"/>
            </a:pPr>
            <a:endParaRPr lang="nl-NL" dirty="0">
              <a:solidFill>
                <a:srgbClr val="00FF00"/>
              </a:solidFill>
              <a:latin typeface="Courier New" pitchFamily="49"/>
              <a:cs typeface="Courier New" pitchFamily="49"/>
            </a:endParaRPr>
          </a:p>
          <a:p>
            <a:pPr lvl="0">
              <a:buFont typeface="Courier New" pitchFamily="49"/>
              <a:buChar char="_"/>
            </a:pPr>
            <a:endParaRPr lang="nl-NL" dirty="0">
              <a:solidFill>
                <a:srgbClr val="00FF00"/>
              </a:solidFill>
              <a:latin typeface="Courier New" pitchFamily="49"/>
              <a:cs typeface="Courier New" pitchFamily="49"/>
            </a:endParaRPr>
          </a:p>
          <a:p>
            <a:pPr lvl="0">
              <a:buFont typeface="Courier New" pitchFamily="49"/>
              <a:buChar char="_"/>
            </a:pPr>
            <a:r>
              <a:rPr lang="nl-NL" dirty="0" err="1">
                <a:solidFill>
                  <a:srgbClr val="00FF00"/>
                </a:solidFill>
                <a:latin typeface="Courier New" pitchFamily="49"/>
                <a:cs typeface="Courier New" pitchFamily="49"/>
              </a:rPr>
              <a:t>This</a:t>
            </a:r>
            <a:r>
              <a:rPr lang="nl-NL" dirty="0">
                <a:solidFill>
                  <a:srgbClr val="00FF00"/>
                </a:solidFill>
                <a:latin typeface="Courier New" pitchFamily="49"/>
                <a:cs typeface="Courier New" pitchFamily="49"/>
              </a:rPr>
              <a:t> </a:t>
            </a:r>
            <a:r>
              <a:rPr lang="nl-NL" dirty="0" err="1">
                <a:solidFill>
                  <a:srgbClr val="00FF00"/>
                </a:solidFill>
                <a:latin typeface="Courier New" pitchFamily="49"/>
                <a:cs typeface="Courier New" pitchFamily="49"/>
              </a:rPr>
              <a:t>stub</a:t>
            </a:r>
            <a:r>
              <a:rPr lang="nl-NL" dirty="0">
                <a:solidFill>
                  <a:srgbClr val="00FF00"/>
                </a:solidFill>
                <a:latin typeface="Courier New" pitchFamily="49"/>
                <a:cs typeface="Courier New" pitchFamily="49"/>
              </a:rPr>
              <a:t> returns a response </a:t>
            </a:r>
            <a:r>
              <a:rPr lang="nl-NL" dirty="0" err="1">
                <a:solidFill>
                  <a:srgbClr val="00FF00"/>
                </a:solidFill>
                <a:latin typeface="Courier New" pitchFamily="49"/>
                <a:cs typeface="Courier New" pitchFamily="49"/>
              </a:rPr>
              <a:t>with</a:t>
            </a:r>
            <a:r>
              <a:rPr lang="nl-NL" dirty="0">
                <a:solidFill>
                  <a:srgbClr val="00FF00"/>
                </a:solidFill>
                <a:latin typeface="Courier New" pitchFamily="49"/>
                <a:cs typeface="Courier New" pitchFamily="49"/>
              </a:rPr>
              <a:t> body “</a:t>
            </a:r>
            <a:r>
              <a:rPr lang="nl-NL" dirty="0" err="1">
                <a:solidFill>
                  <a:srgbClr val="00FF00"/>
                </a:solidFill>
                <a:latin typeface="Courier New" pitchFamily="49"/>
                <a:cs typeface="Courier New" pitchFamily="49"/>
              </a:rPr>
              <a:t>Pillars</a:t>
            </a:r>
            <a:r>
              <a:rPr lang="nl-NL" dirty="0">
                <a:solidFill>
                  <a:srgbClr val="00FF00"/>
                </a:solidFill>
                <a:latin typeface="Courier New" pitchFamily="49"/>
                <a:cs typeface="Courier New" pitchFamily="49"/>
              </a:rPr>
              <a:t> of </a:t>
            </a:r>
            <a:r>
              <a:rPr lang="nl-NL" dirty="0" err="1">
                <a:solidFill>
                  <a:srgbClr val="00FF00"/>
                </a:solidFill>
                <a:latin typeface="Courier New" pitchFamily="49"/>
                <a:cs typeface="Courier New" pitchFamily="49"/>
              </a:rPr>
              <a:t>the</a:t>
            </a:r>
            <a:r>
              <a:rPr lang="nl-NL" dirty="0">
                <a:solidFill>
                  <a:srgbClr val="00FF00"/>
                </a:solidFill>
                <a:latin typeface="Courier New" pitchFamily="49"/>
                <a:cs typeface="Courier New" pitchFamily="49"/>
              </a:rPr>
              <a:t> Earth”: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404CF2BD-5444-418C-A24C-ACB87109623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96000" y="1885950"/>
            <a:ext cx="4562475" cy="1543050"/>
          </a:xfrm>
          <a:prstGeom prst="rect">
            <a:avLst/>
          </a:prstGeom>
        </p:spPr>
      </p:pic>
      <p:pic>
        <p:nvPicPr>
          <p:cNvPr id="5" name="Afbeelding 4">
            <a:extLst>
              <a:ext uri="{FF2B5EF4-FFF2-40B4-BE49-F238E27FC236}">
                <a16:creationId xmlns:a16="http://schemas.microsoft.com/office/drawing/2014/main" id="{537C0C9D-3ABD-4CFF-B4DE-3E68D99DA22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29175" y="4323066"/>
            <a:ext cx="5829300" cy="24193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86378401"/>
      </p:ext>
    </p:extLst>
  </p:cSld>
  <p:clrMapOvr>
    <a:masterClrMapping/>
  </p:clrMapOvr>
</p:sld>
</file>

<file path=ppt/slides/slide9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9F5B244-0AC6-4FDB-90B1-15F77C3031D0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0" y="1"/>
            <a:ext cx="11048997" cy="782320"/>
          </a:xfrm>
        </p:spPr>
        <p:txBody>
          <a:bodyPr/>
          <a:lstStyle/>
          <a:p>
            <a:pPr lvl="0"/>
            <a:r>
              <a:rPr lang="nl-NL">
                <a:solidFill>
                  <a:srgbClr val="00FF00"/>
                </a:solidFill>
                <a:latin typeface="Courier New" pitchFamily="49"/>
                <a:cs typeface="Courier New" pitchFamily="49"/>
              </a:rPr>
              <a:t>Using WireMock extensions</a:t>
            </a:r>
            <a:endParaRPr lang="nl-NL" dirty="0">
              <a:solidFill>
                <a:srgbClr val="00FF00"/>
              </a:solidFill>
              <a:latin typeface="Courier New" pitchFamily="49"/>
              <a:cs typeface="Courier New" pitchFamily="49"/>
            </a:endParaRPr>
          </a:p>
        </p:txBody>
      </p:sp>
      <p:pic>
        <p:nvPicPr>
          <p:cNvPr id="4" name="Afbeelding 3">
            <a:extLst>
              <a:ext uri="{FF2B5EF4-FFF2-40B4-BE49-F238E27FC236}">
                <a16:creationId xmlns:a16="http://schemas.microsoft.com/office/drawing/2014/main" id="{1C85E431-EAED-413E-84DF-AD4E6CCC7FE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429625" y="3832225"/>
            <a:ext cx="3762375" cy="2952750"/>
          </a:xfrm>
          <a:prstGeom prst="rect">
            <a:avLst/>
          </a:prstGeom>
        </p:spPr>
      </p:pic>
      <p:pic>
        <p:nvPicPr>
          <p:cNvPr id="6" name="Afbeelding 5">
            <a:extLst>
              <a:ext uri="{FF2B5EF4-FFF2-40B4-BE49-F238E27FC236}">
                <a16:creationId xmlns:a16="http://schemas.microsoft.com/office/drawing/2014/main" id="{3C1537F6-1E28-4414-A2CB-F77CC903FE0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93850" y="3975100"/>
            <a:ext cx="6667500" cy="2667000"/>
          </a:xfrm>
          <a:prstGeom prst="rect">
            <a:avLst/>
          </a:prstGeom>
        </p:spPr>
      </p:pic>
      <p:pic>
        <p:nvPicPr>
          <p:cNvPr id="9" name="Afbeelding 8">
            <a:extLst>
              <a:ext uri="{FF2B5EF4-FFF2-40B4-BE49-F238E27FC236}">
                <a16:creationId xmlns:a16="http://schemas.microsoft.com/office/drawing/2014/main" id="{77EE0790-A38A-435F-8B57-DFA878905F8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43865" y="735648"/>
            <a:ext cx="3914775" cy="3143250"/>
          </a:xfrm>
          <a:prstGeom prst="rect">
            <a:avLst/>
          </a:prstGeom>
        </p:spPr>
      </p:pic>
      <p:sp>
        <p:nvSpPr>
          <p:cNvPr id="10" name="Tekstvak 9">
            <a:extLst>
              <a:ext uri="{FF2B5EF4-FFF2-40B4-BE49-F238E27FC236}">
                <a16:creationId xmlns:a16="http://schemas.microsoft.com/office/drawing/2014/main" id="{47824396-FC75-4673-B1D6-7E6A8D47F7F6}"/>
              </a:ext>
            </a:extLst>
          </p:cNvPr>
          <p:cNvSpPr txBox="1"/>
          <p:nvPr/>
        </p:nvSpPr>
        <p:spPr>
          <a:xfrm>
            <a:off x="2876781" y="2593056"/>
            <a:ext cx="36576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>
                <a:solidFill>
                  <a:srgbClr val="00FF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Using a custom matcher</a:t>
            </a:r>
            <a:endParaRPr lang="en-NL">
              <a:solidFill>
                <a:srgbClr val="00FF00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11" name="Tekstvak 10">
            <a:extLst>
              <a:ext uri="{FF2B5EF4-FFF2-40B4-BE49-F238E27FC236}">
                <a16:creationId xmlns:a16="http://schemas.microsoft.com/office/drawing/2014/main" id="{B4A63396-55BE-4A9E-9A3C-B8D537B38B08}"/>
              </a:ext>
            </a:extLst>
          </p:cNvPr>
          <p:cNvSpPr txBox="1"/>
          <p:nvPr/>
        </p:nvSpPr>
        <p:spPr>
          <a:xfrm>
            <a:off x="4705581" y="3975100"/>
            <a:ext cx="365760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>
                <a:solidFill>
                  <a:srgbClr val="00FF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Registering a local transformer</a:t>
            </a:r>
            <a:endParaRPr lang="en-NL">
              <a:solidFill>
                <a:srgbClr val="00FF00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12" name="Tekstvak 11">
            <a:extLst>
              <a:ext uri="{FF2B5EF4-FFF2-40B4-BE49-F238E27FC236}">
                <a16:creationId xmlns:a16="http://schemas.microsoft.com/office/drawing/2014/main" id="{F371ADD0-39BC-409F-A163-55B5A19CBD81}"/>
              </a:ext>
            </a:extLst>
          </p:cNvPr>
          <p:cNvSpPr txBox="1"/>
          <p:nvPr/>
        </p:nvSpPr>
        <p:spPr>
          <a:xfrm>
            <a:off x="8180301" y="3141203"/>
            <a:ext cx="365760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>
                <a:solidFill>
                  <a:srgbClr val="00FF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Specifying transformer parameters</a:t>
            </a:r>
            <a:endParaRPr lang="en-NL">
              <a:solidFill>
                <a:srgbClr val="00FF00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33676354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/>
      <p:bldP spid="11" grpId="0"/>
      <p:bldP spid="12" grpId="0"/>
    </p:bldLst>
  </p:timing>
</p:sld>
</file>

<file path=ppt/slides/slide9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822325"/>
            <a:ext cx="12192000" cy="6063107"/>
          </a:xfrm>
        </p:spPr>
        <p:txBody>
          <a:bodyPr>
            <a:noAutofit/>
          </a:bodyPr>
          <a:lstStyle/>
          <a:p>
            <a:pPr algn="ctr"/>
            <a:r>
              <a:rPr lang="nl-NL" sz="64200" b="1" dirty="0">
                <a:solidFill>
                  <a:srgbClr val="00FF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?</a:t>
            </a:r>
          </a:p>
        </p:txBody>
      </p:sp>
    </p:spTree>
    <p:extLst>
      <p:ext uri="{BB962C8B-B14F-4D97-AF65-F5344CB8AC3E}">
        <p14:creationId xmlns:p14="http://schemas.microsoft.com/office/powerpoint/2010/main" val="1143489385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1_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47882</TotalTime>
  <Words>2615</Words>
  <Application>Microsoft Office PowerPoint</Application>
  <PresentationFormat>Widescreen</PresentationFormat>
  <Paragraphs>642</Paragraphs>
  <Slides>91</Slides>
  <Notes>31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2</vt:i4>
      </vt:variant>
      <vt:variant>
        <vt:lpstr>Slide Titles</vt:lpstr>
      </vt:variant>
      <vt:variant>
        <vt:i4>91</vt:i4>
      </vt:variant>
    </vt:vector>
  </HeadingPairs>
  <TitlesOfParts>
    <vt:vector size="97" baseType="lpstr">
      <vt:lpstr>Arial</vt:lpstr>
      <vt:lpstr>Calibri</vt:lpstr>
      <vt:lpstr>Calibri Light</vt:lpstr>
      <vt:lpstr>Courier New</vt:lpstr>
      <vt:lpstr>Office Theme</vt:lpstr>
      <vt:lpstr>1_Office Theme</vt:lpstr>
      <vt:lpstr>No API? No problem!</vt:lpstr>
      <vt:lpstr>What are we going to do?</vt:lpstr>
      <vt:lpstr>Preparation</vt:lpstr>
      <vt:lpstr>Section 0:  An introduction to service virtualization</vt:lpstr>
      <vt:lpstr>Problems in test environments</vt:lpstr>
      <vt:lpstr>Problems in test environments</vt:lpstr>
      <vt:lpstr>Simulation during test execution</vt:lpstr>
      <vt:lpstr>Problems in test environments</vt:lpstr>
      <vt:lpstr>Simulation in test environments</vt:lpstr>
      <vt:lpstr>Our system under test</vt:lpstr>
      <vt:lpstr>PowerPoint Presentation</vt:lpstr>
      <vt:lpstr>PowerPoint Presentation</vt:lpstr>
      <vt:lpstr>What might we want to simulate?</vt:lpstr>
      <vt:lpstr>Section 1:  Getting started with WireMock</vt:lpstr>
      <vt:lpstr>WireMock</vt:lpstr>
      <vt:lpstr>WireMock Cloud  https://www.wiremock.io</vt:lpstr>
      <vt:lpstr>Install WireMock</vt:lpstr>
      <vt:lpstr>Starting WireMock (JUnit 4)</vt:lpstr>
      <vt:lpstr>Starting WireMock (JUnit 5)</vt:lpstr>
      <vt:lpstr>Starting WireMock (standalone)</vt:lpstr>
      <vt:lpstr>Configure responses</vt:lpstr>
      <vt:lpstr>An example mock defined in Java</vt:lpstr>
      <vt:lpstr>Some useful WireMock features</vt:lpstr>
      <vt:lpstr>Now it’s your turn!</vt:lpstr>
      <vt:lpstr>Section 2:  Request matching strategies and fault simulation</vt:lpstr>
      <vt:lpstr>Request matching</vt:lpstr>
      <vt:lpstr>Example: URL matching</vt:lpstr>
      <vt:lpstr>Example: header matching</vt:lpstr>
      <vt:lpstr>Example: using logical AND and OR</vt:lpstr>
      <vt:lpstr>Some more examples…</vt:lpstr>
      <vt:lpstr>Matching on request body elements</vt:lpstr>
      <vt:lpstr>Matching using date/time properties</vt:lpstr>
      <vt:lpstr>Other matching strategies</vt:lpstr>
      <vt:lpstr>Fault simulation</vt:lpstr>
      <vt:lpstr>Example: HTTP status code</vt:lpstr>
      <vt:lpstr>Example: timeout</vt:lpstr>
      <vt:lpstr>Example: bad response</vt:lpstr>
      <vt:lpstr>Now it’s your turn!</vt:lpstr>
      <vt:lpstr>Section 3:  Creating stateful mocks</vt:lpstr>
      <vt:lpstr>Statefulness</vt:lpstr>
      <vt:lpstr>Stateful mocks in WireMock</vt:lpstr>
      <vt:lpstr>Stateful mocks: an example</vt:lpstr>
      <vt:lpstr>Now it’s your turn!</vt:lpstr>
      <vt:lpstr>Section 4:  Response templating</vt:lpstr>
      <vt:lpstr>Response templating</vt:lpstr>
      <vt:lpstr>Setup response templating (JUnit 4)</vt:lpstr>
      <vt:lpstr>Setup response templating (JUnit 5)</vt:lpstr>
      <vt:lpstr>Enable/apply response templating</vt:lpstr>
      <vt:lpstr>One thing to keep in mind…</vt:lpstr>
      <vt:lpstr>Request attributes</vt:lpstr>
      <vt:lpstr>Request attributes (cont’d)</vt:lpstr>
      <vt:lpstr>JSON extraction example</vt:lpstr>
      <vt:lpstr>Now it’s your turn!</vt:lpstr>
      <vt:lpstr>Section 5:  Verification</vt:lpstr>
      <vt:lpstr>Verifying incoming requests</vt:lpstr>
      <vt:lpstr>Verifying incoming requests</vt:lpstr>
      <vt:lpstr>Some more verification examples</vt:lpstr>
      <vt:lpstr>Now it’s your turn!</vt:lpstr>
      <vt:lpstr>Section 6:  Stub priority</vt:lpstr>
      <vt:lpstr>Defining stub priority</vt:lpstr>
      <vt:lpstr>Stub priority – example</vt:lpstr>
      <vt:lpstr>Now it’s your turn!</vt:lpstr>
      <vt:lpstr>Section 7:  Extending WireMock</vt:lpstr>
      <vt:lpstr>Extending WireMock</vt:lpstr>
      <vt:lpstr>Section 7.1:  Filtering incoming requests</vt:lpstr>
      <vt:lpstr>Request filtering</vt:lpstr>
      <vt:lpstr>Request filtering – build</vt:lpstr>
      <vt:lpstr>Request filtering – use</vt:lpstr>
      <vt:lpstr>Now it’s your turn!</vt:lpstr>
      <vt:lpstr>Section 7.2:  Building a custom request matcher</vt:lpstr>
      <vt:lpstr>Custom request matchers</vt:lpstr>
      <vt:lpstr>Custom request matcher – build</vt:lpstr>
      <vt:lpstr>Custom request matcher – use</vt:lpstr>
      <vt:lpstr>Now it’s your turn!</vt:lpstr>
      <vt:lpstr>Section 7.3:  Using ServeEvent listeners</vt:lpstr>
      <vt:lpstr>ServeEvents</vt:lpstr>
      <vt:lpstr>ServeEvent listener – build</vt:lpstr>
      <vt:lpstr>ServeEvent listener – use</vt:lpstr>
      <vt:lpstr>Now it’s your turn!</vt:lpstr>
      <vt:lpstr>https://wiremock.org/docs /extending-wiremock/</vt:lpstr>
      <vt:lpstr>Appendix A:  JSON equivalents for the Java examples</vt:lpstr>
      <vt:lpstr>Our Hello world! mock</vt:lpstr>
      <vt:lpstr>URL matching</vt:lpstr>
      <vt:lpstr>Request header matching</vt:lpstr>
      <vt:lpstr>Simulating a delay</vt:lpstr>
      <vt:lpstr>Returning a fault response</vt:lpstr>
      <vt:lpstr>Creating a stateful mock</vt:lpstr>
      <vt:lpstr>Use response templating</vt:lpstr>
      <vt:lpstr>Use response templating</vt:lpstr>
      <vt:lpstr>Using WireMock extensions</vt:lpstr>
      <vt:lpstr>?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Test de REST</dc:title>
  <dc:creator>Bas Dijkstra</dc:creator>
  <cp:lastModifiedBy>Bas Dijkstra</cp:lastModifiedBy>
  <cp:revision>277</cp:revision>
  <dcterms:created xsi:type="dcterms:W3CDTF">2016-03-22T05:00:13Z</dcterms:created>
  <dcterms:modified xsi:type="dcterms:W3CDTF">2025-11-26T13:10:13Z</dcterms:modified>
</cp:coreProperties>
</file>